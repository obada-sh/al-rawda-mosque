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ard"/>
          <p:cNvSpPr/>
          <p:nvPr/>
        </p:nvSpPr>
        <p:spPr>
          <a:xfrm>
            <a:off x="548640" y="411480"/>
            <a:ext cx="1024128" cy="124358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6B422"/>
            </a:solidFill>
            <a:prstDash val="solid"/>
          </a:ln>
        </p:spPr>
      </p:sp>
      <p:pic>
        <p:nvPicPr>
          <p:cNvPr id="3" name="logo" descr="شعار الجام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151" y="502920"/>
            <a:ext cx="841105" cy="1060704"/>
          </a:xfrm>
          <a:prstGeom prst="rect">
            <a:avLst/>
          </a:prstGeom>
        </p:spPr>
      </p:pic>
      <p:sp>
        <p:nvSpPr>
          <p:cNvPr id="4" name="mosque"/>
          <p:cNvSpPr txBox="1"/>
          <p:nvPr/>
        </p:nvSpPr>
        <p:spPr>
          <a:xfrm>
            <a:off x="1737360" y="411480"/>
            <a:ext cx="29260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800" b="1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{{mosque}}</a:t>
            </a:r>
            <a:endParaRPr lang="ar-SY" sz="1800" dirty="0"/>
          </a:p>
        </p:txBody>
      </p:sp>
      <p:sp>
        <p:nvSpPr>
          <p:cNvPr id="5" name="criterion"/>
          <p:cNvSpPr txBox="1"/>
          <p:nvPr/>
        </p:nvSpPr>
        <p:spPr>
          <a:xfrm>
            <a:off x="4846320" y="411480"/>
            <a:ext cx="6796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8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{{criterion}}</a:t>
            </a:r>
            <a:endParaRPr lang="ar-SY" sz="1800" dirty="0"/>
          </a:p>
        </p:txBody>
      </p:sp>
      <p:sp>
        <p:nvSpPr>
          <p:cNvPr id="6" name="circle"/>
          <p:cNvSpPr txBox="1"/>
          <p:nvPr/>
        </p:nvSpPr>
        <p:spPr>
          <a:xfrm>
            <a:off x="4846320" y="777240"/>
            <a:ext cx="67967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{{circle}}</a:t>
            </a:r>
            <a:endParaRPr lang="ar-SY" sz="4000" dirty="0"/>
          </a:p>
        </p:txBody>
      </p:sp>
      <p:sp>
        <p:nvSpPr>
          <p:cNvPr id="7" name="supervisor"/>
          <p:cNvSpPr txBox="1"/>
          <p:nvPr/>
        </p:nvSpPr>
        <p:spPr>
          <a:xfrm>
            <a:off x="4846320" y="1874520"/>
            <a:ext cx="6796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200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{{supervisor_line}}</a:t>
            </a:r>
            <a:endParaRPr lang="ar-SY" sz="2200" dirty="0"/>
          </a:p>
        </p:txBody>
      </p:sp>
      <p:sp>
        <p:nvSpPr>
          <p:cNvPr id="8" name="course and period"/>
          <p:cNvSpPr txBox="1"/>
          <p:nvPr/>
        </p:nvSpPr>
        <p:spPr>
          <a:xfrm>
            <a:off x="54864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500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{{course}}  {{period}}</a:t>
            </a:r>
            <a:endParaRPr lang="ar-SY" sz="1500" dirty="0"/>
          </a:p>
        </p:txBody>
      </p:sp>
      <p:sp>
        <p:nvSpPr>
          <p:cNvPr id="9" name="slot1 card"/>
          <p:cNvSpPr/>
          <p:nvPr/>
        </p:nvSpPr>
        <p:spPr>
          <a:xfrm>
            <a:off x="548640" y="2514600"/>
            <a:ext cx="11094415" cy="1155192"/>
          </a:xfrm>
          <a:prstGeom prst="roundRect">
            <a:avLst>
              <a:gd name="adj" fmla="val 9499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10" name="slot1 medal"/>
          <p:cNvSpPr/>
          <p:nvPr/>
        </p:nvSpPr>
        <p:spPr>
          <a:xfrm>
            <a:off x="10545775" y="2657856"/>
            <a:ext cx="868680" cy="868680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11" name="slot1 place"/>
          <p:cNvSpPr txBox="1"/>
          <p:nvPr/>
        </p:nvSpPr>
        <p:spPr>
          <a:xfrm>
            <a:off x="10545775" y="2657856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26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{{place1}}</a:t>
            </a:r>
            <a:endParaRPr lang="ar-SY" sz="2600" dirty="0"/>
          </a:p>
        </p:txBody>
      </p:sp>
      <p:sp>
        <p:nvSpPr>
          <p:cNvPr id="12" name="slot1 name"/>
          <p:cNvSpPr txBox="1"/>
          <p:nvPr/>
        </p:nvSpPr>
        <p:spPr>
          <a:xfrm>
            <a:off x="2999232" y="2514600"/>
            <a:ext cx="7363663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{{name1}}</a:t>
            </a:r>
            <a:endParaRPr lang="ar-SY" sz="3000" dirty="0"/>
          </a:p>
        </p:txBody>
      </p:sp>
      <p:sp>
        <p:nvSpPr>
          <p:cNvPr id="13" name="slot1 score"/>
          <p:cNvSpPr txBox="1"/>
          <p:nvPr/>
        </p:nvSpPr>
        <p:spPr>
          <a:xfrm>
            <a:off x="777240" y="2514600"/>
            <a:ext cx="2084832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2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{{score1}}</a:t>
            </a:r>
            <a:endParaRPr lang="ar-SY" sz="2400" dirty="0"/>
          </a:p>
        </p:txBody>
      </p:sp>
      <p:sp>
        <p:nvSpPr>
          <p:cNvPr id="14" name="slot2@1 card"/>
          <p:cNvSpPr/>
          <p:nvPr/>
        </p:nvSpPr>
        <p:spPr>
          <a:xfrm>
            <a:off x="548640" y="3834384"/>
            <a:ext cx="11094415" cy="1155192"/>
          </a:xfrm>
          <a:prstGeom prst="roundRect">
            <a:avLst>
              <a:gd name="adj" fmla="val 9499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15" name="slot2@0 card"/>
          <p:cNvSpPr/>
          <p:nvPr/>
        </p:nvSpPr>
        <p:spPr>
          <a:xfrm>
            <a:off x="548640" y="3834384"/>
            <a:ext cx="11094415" cy="1155192"/>
          </a:xfrm>
          <a:prstGeom prst="roundRect">
            <a:avLst>
              <a:gd name="adj" fmla="val 9499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16" name="slot2@1 medal"/>
          <p:cNvSpPr/>
          <p:nvPr/>
        </p:nvSpPr>
        <p:spPr>
          <a:xfrm>
            <a:off x="10545775" y="3977640"/>
            <a:ext cx="868680" cy="868680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17" name="slot2@2 medal"/>
          <p:cNvSpPr/>
          <p:nvPr/>
        </p:nvSpPr>
        <p:spPr>
          <a:xfrm>
            <a:off x="10545775" y="3977640"/>
            <a:ext cx="868680" cy="868680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18" name="slot2 place"/>
          <p:cNvSpPr txBox="1"/>
          <p:nvPr/>
        </p:nvSpPr>
        <p:spPr>
          <a:xfrm>
            <a:off x="10545775" y="3977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26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{{place2}}</a:t>
            </a:r>
            <a:endParaRPr lang="ar-SY" sz="2600" dirty="0"/>
          </a:p>
        </p:txBody>
      </p:sp>
      <p:sp>
        <p:nvSpPr>
          <p:cNvPr id="19" name="slot2 name"/>
          <p:cNvSpPr txBox="1"/>
          <p:nvPr/>
        </p:nvSpPr>
        <p:spPr>
          <a:xfrm>
            <a:off x="2999232" y="3834384"/>
            <a:ext cx="7363663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{{name2}}</a:t>
            </a:r>
            <a:endParaRPr lang="ar-SY" sz="3000" dirty="0"/>
          </a:p>
        </p:txBody>
      </p:sp>
      <p:sp>
        <p:nvSpPr>
          <p:cNvPr id="20" name="slot2 score"/>
          <p:cNvSpPr txBox="1"/>
          <p:nvPr/>
        </p:nvSpPr>
        <p:spPr>
          <a:xfrm>
            <a:off x="777240" y="3834384"/>
            <a:ext cx="2084832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2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{{score2}}</a:t>
            </a:r>
            <a:endParaRPr lang="ar-SY" sz="2400" dirty="0"/>
          </a:p>
        </p:txBody>
      </p:sp>
      <p:sp>
        <p:nvSpPr>
          <p:cNvPr id="21" name="slot3@1 card"/>
          <p:cNvSpPr/>
          <p:nvPr/>
        </p:nvSpPr>
        <p:spPr>
          <a:xfrm>
            <a:off x="548640" y="5154168"/>
            <a:ext cx="11094415" cy="1155192"/>
          </a:xfrm>
          <a:prstGeom prst="roundRect">
            <a:avLst>
              <a:gd name="adj" fmla="val 9499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22" name="slot3@0 card"/>
          <p:cNvSpPr/>
          <p:nvPr/>
        </p:nvSpPr>
        <p:spPr>
          <a:xfrm>
            <a:off x="548640" y="5154168"/>
            <a:ext cx="11094415" cy="1155192"/>
          </a:xfrm>
          <a:prstGeom prst="roundRect">
            <a:avLst>
              <a:gd name="adj" fmla="val 9499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23" name="slot3@1 medal"/>
          <p:cNvSpPr/>
          <p:nvPr/>
        </p:nvSpPr>
        <p:spPr>
          <a:xfrm>
            <a:off x="10545775" y="5297424"/>
            <a:ext cx="868680" cy="868680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24" name="slot3@2 medal"/>
          <p:cNvSpPr/>
          <p:nvPr/>
        </p:nvSpPr>
        <p:spPr>
          <a:xfrm>
            <a:off x="10545775" y="5297424"/>
            <a:ext cx="868680" cy="868680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25" name="slot3@3 medal"/>
          <p:cNvSpPr/>
          <p:nvPr/>
        </p:nvSpPr>
        <p:spPr>
          <a:xfrm>
            <a:off x="10545775" y="5297424"/>
            <a:ext cx="868680" cy="868680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26" name="slot3 place"/>
          <p:cNvSpPr txBox="1"/>
          <p:nvPr/>
        </p:nvSpPr>
        <p:spPr>
          <a:xfrm>
            <a:off x="10545775" y="529742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26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{{place3}}</a:t>
            </a:r>
            <a:endParaRPr lang="ar-SY" sz="2600" dirty="0"/>
          </a:p>
        </p:txBody>
      </p:sp>
      <p:sp>
        <p:nvSpPr>
          <p:cNvPr id="27" name="slot3 name"/>
          <p:cNvSpPr txBox="1"/>
          <p:nvPr/>
        </p:nvSpPr>
        <p:spPr>
          <a:xfrm>
            <a:off x="2999232" y="5154168"/>
            <a:ext cx="7363663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{{name3}}</a:t>
            </a:r>
            <a:endParaRPr lang="ar-SY" sz="3000" dirty="0"/>
          </a:p>
        </p:txBody>
      </p:sp>
      <p:sp>
        <p:nvSpPr>
          <p:cNvPr id="28" name="slot3 score"/>
          <p:cNvSpPr txBox="1"/>
          <p:nvPr/>
        </p:nvSpPr>
        <p:spPr>
          <a:xfrm>
            <a:off x="777240" y="5154168"/>
            <a:ext cx="2084832" cy="1155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24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{{score3}}</a:t>
            </a:r>
            <a:endParaRPr lang="ar-SY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نظام إدارة الجامع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أوائل الحلقات</dc:title>
  <dc:subject>قالب شرائح أوائل الحلقات</dc:subject>
  <dc:creator>نظام إدارة الجامع</dc:creator>
  <cp:lastModifiedBy>نظام إدارة الجامع</cp:lastModifiedBy>
  <cp:revision>1</cp:revision>
  <dcterms:created xsi:type="dcterms:W3CDTF">2026-10-12T11:47:20Z</dcterms:created>
  <dcterms:modified xsi:type="dcterms:W3CDTF">2026-10-12T11:47:20Z</dcterms:modified>
</cp:coreProperties>
</file>