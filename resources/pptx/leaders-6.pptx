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548640" y="411480"/>
            <a:ext cx="1024128" cy="124358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B422"/>
            </a:solidFill>
            <a:prstDash val="solid"/>
          </a:ln>
        </p:spPr>
      </p:sp>
      <p:pic>
        <p:nvPicPr>
          <p:cNvPr id="3" name="logo" descr="شعار الجام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151" y="502920"/>
            <a:ext cx="841105" cy="1060704"/>
          </a:xfrm>
          <a:prstGeom prst="rect">
            <a:avLst/>
          </a:prstGeom>
        </p:spPr>
      </p:pic>
      <p:sp>
        <p:nvSpPr>
          <p:cNvPr id="4" name="mosque"/>
          <p:cNvSpPr txBox="1"/>
          <p:nvPr/>
        </p:nvSpPr>
        <p:spPr>
          <a:xfrm>
            <a:off x="1737360" y="411480"/>
            <a:ext cx="29260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800" b="1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{{mosque}}</a:t>
            </a:r>
            <a:endParaRPr lang="ar-SY" sz="1800" dirty="0"/>
          </a:p>
        </p:txBody>
      </p:sp>
      <p:sp>
        <p:nvSpPr>
          <p:cNvPr id="5" name="criterion"/>
          <p:cNvSpPr txBox="1"/>
          <p:nvPr/>
        </p:nvSpPr>
        <p:spPr>
          <a:xfrm>
            <a:off x="4846320" y="411480"/>
            <a:ext cx="6796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{{criterion}}</a:t>
            </a:r>
            <a:endParaRPr lang="ar-SY" sz="1800" dirty="0"/>
          </a:p>
        </p:txBody>
      </p:sp>
      <p:sp>
        <p:nvSpPr>
          <p:cNvPr id="6" name="circle"/>
          <p:cNvSpPr txBox="1"/>
          <p:nvPr/>
        </p:nvSpPr>
        <p:spPr>
          <a:xfrm>
            <a:off x="4846320" y="777240"/>
            <a:ext cx="6796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{{circle}}</a:t>
            </a:r>
            <a:endParaRPr lang="ar-SY" sz="4000" dirty="0"/>
          </a:p>
        </p:txBody>
      </p:sp>
      <p:sp>
        <p:nvSpPr>
          <p:cNvPr id="7" name="supervisor"/>
          <p:cNvSpPr txBox="1"/>
          <p:nvPr/>
        </p:nvSpPr>
        <p:spPr>
          <a:xfrm>
            <a:off x="4846320" y="187452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2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{{supervisor_line}}</a:t>
            </a:r>
            <a:endParaRPr lang="ar-SY" sz="2200" dirty="0"/>
          </a:p>
        </p:txBody>
      </p:sp>
      <p:sp>
        <p:nvSpPr>
          <p:cNvPr id="8" name="course and period"/>
          <p:cNvSpPr txBox="1"/>
          <p:nvPr/>
        </p:nvSpPr>
        <p:spPr>
          <a:xfrm>
            <a:off x="54864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5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{{course}}  {{period}}</a:t>
            </a:r>
            <a:endParaRPr lang="ar-SY" sz="1500" dirty="0"/>
          </a:p>
        </p:txBody>
      </p:sp>
      <p:sp>
        <p:nvSpPr>
          <p:cNvPr id="9" name="slot1 card"/>
          <p:cNvSpPr/>
          <p:nvPr/>
        </p:nvSpPr>
        <p:spPr>
          <a:xfrm>
            <a:off x="6233008" y="2514600"/>
            <a:ext cx="5410048" cy="1155192"/>
          </a:xfrm>
          <a:prstGeom prst="roundRect">
            <a:avLst>
              <a:gd name="adj" fmla="val 9499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0" name="slot1 medal"/>
          <p:cNvSpPr/>
          <p:nvPr/>
        </p:nvSpPr>
        <p:spPr>
          <a:xfrm>
            <a:off x="10545775" y="2657856"/>
            <a:ext cx="868680" cy="868680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1" name="slot1 place"/>
          <p:cNvSpPr txBox="1"/>
          <p:nvPr/>
        </p:nvSpPr>
        <p:spPr>
          <a:xfrm>
            <a:off x="10545775" y="2657856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20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{{place1}}</a:t>
            </a:r>
            <a:endParaRPr lang="ar-SY" sz="2000" dirty="0"/>
          </a:p>
        </p:txBody>
      </p:sp>
      <p:sp>
        <p:nvSpPr>
          <p:cNvPr id="12" name="slot1 name and score"/>
          <p:cNvSpPr txBox="1"/>
          <p:nvPr/>
        </p:nvSpPr>
        <p:spPr>
          <a:xfrm>
            <a:off x="6461608" y="2514600"/>
            <a:ext cx="3901288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{{name1}}</a:t>
            </a:r>
            <a:endParaRPr lang="en-US" sz="2400" dirty="0"/>
          </a:p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{{score1}}</a:t>
            </a:r>
            <a:endParaRPr lang="en-US" sz="2400" dirty="0"/>
          </a:p>
        </p:txBody>
      </p:sp>
      <p:sp>
        <p:nvSpPr>
          <p:cNvPr id="13" name="slot2@1 card"/>
          <p:cNvSpPr/>
          <p:nvPr/>
        </p:nvSpPr>
        <p:spPr>
          <a:xfrm>
            <a:off x="6233008" y="3834384"/>
            <a:ext cx="5410048" cy="1155192"/>
          </a:xfrm>
          <a:prstGeom prst="roundRect">
            <a:avLst>
              <a:gd name="adj" fmla="val 9499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4" name="slot2@0 card"/>
          <p:cNvSpPr/>
          <p:nvPr/>
        </p:nvSpPr>
        <p:spPr>
          <a:xfrm>
            <a:off x="6233008" y="3834384"/>
            <a:ext cx="5410048" cy="1155192"/>
          </a:xfrm>
          <a:prstGeom prst="roundRect">
            <a:avLst>
              <a:gd name="adj" fmla="val 9499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15" name="slot2@1 medal"/>
          <p:cNvSpPr/>
          <p:nvPr/>
        </p:nvSpPr>
        <p:spPr>
          <a:xfrm>
            <a:off x="10545775" y="3977640"/>
            <a:ext cx="868680" cy="868680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6" name="slot2@2 medal"/>
          <p:cNvSpPr/>
          <p:nvPr/>
        </p:nvSpPr>
        <p:spPr>
          <a:xfrm>
            <a:off x="10545775" y="3977640"/>
            <a:ext cx="868680" cy="868680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17" name="slot2 place"/>
          <p:cNvSpPr txBox="1"/>
          <p:nvPr/>
        </p:nvSpPr>
        <p:spPr>
          <a:xfrm>
            <a:off x="10545775" y="3977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20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{{place2}}</a:t>
            </a:r>
            <a:endParaRPr lang="ar-SY" sz="2000" dirty="0"/>
          </a:p>
        </p:txBody>
      </p:sp>
      <p:sp>
        <p:nvSpPr>
          <p:cNvPr id="18" name="slot2 name and score"/>
          <p:cNvSpPr txBox="1"/>
          <p:nvPr/>
        </p:nvSpPr>
        <p:spPr>
          <a:xfrm>
            <a:off x="6461608" y="3834384"/>
            <a:ext cx="3901288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{{name2}}</a:t>
            </a:r>
            <a:endParaRPr lang="en-US" sz="2400" dirty="0"/>
          </a:p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{{score2}}</a:t>
            </a:r>
            <a:endParaRPr lang="en-US" sz="2400" dirty="0"/>
          </a:p>
        </p:txBody>
      </p:sp>
      <p:sp>
        <p:nvSpPr>
          <p:cNvPr id="19" name="slot3@1 card"/>
          <p:cNvSpPr/>
          <p:nvPr/>
        </p:nvSpPr>
        <p:spPr>
          <a:xfrm>
            <a:off x="6233008" y="5154168"/>
            <a:ext cx="5410048" cy="1155192"/>
          </a:xfrm>
          <a:prstGeom prst="roundRect">
            <a:avLst>
              <a:gd name="adj" fmla="val 9499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20" name="slot3@0 card"/>
          <p:cNvSpPr/>
          <p:nvPr/>
        </p:nvSpPr>
        <p:spPr>
          <a:xfrm>
            <a:off x="6233008" y="5154168"/>
            <a:ext cx="5410048" cy="1155192"/>
          </a:xfrm>
          <a:prstGeom prst="roundRect">
            <a:avLst>
              <a:gd name="adj" fmla="val 9499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21" name="slot3@1 medal"/>
          <p:cNvSpPr/>
          <p:nvPr/>
        </p:nvSpPr>
        <p:spPr>
          <a:xfrm>
            <a:off x="10545775" y="5297424"/>
            <a:ext cx="868680" cy="868680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22" name="slot3@2 medal"/>
          <p:cNvSpPr/>
          <p:nvPr/>
        </p:nvSpPr>
        <p:spPr>
          <a:xfrm>
            <a:off x="10545775" y="5297424"/>
            <a:ext cx="868680" cy="868680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23" name="slot3@3 medal"/>
          <p:cNvSpPr/>
          <p:nvPr/>
        </p:nvSpPr>
        <p:spPr>
          <a:xfrm>
            <a:off x="10545775" y="5297424"/>
            <a:ext cx="868680" cy="868680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24" name="slot3 place"/>
          <p:cNvSpPr txBox="1"/>
          <p:nvPr/>
        </p:nvSpPr>
        <p:spPr>
          <a:xfrm>
            <a:off x="10545775" y="529742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20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{{place3}}</a:t>
            </a:r>
            <a:endParaRPr lang="ar-SY" sz="2000" dirty="0"/>
          </a:p>
        </p:txBody>
      </p:sp>
      <p:sp>
        <p:nvSpPr>
          <p:cNvPr id="25" name="slot3 name and score"/>
          <p:cNvSpPr txBox="1"/>
          <p:nvPr/>
        </p:nvSpPr>
        <p:spPr>
          <a:xfrm>
            <a:off x="6461608" y="5154168"/>
            <a:ext cx="3901288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{{name3}}</a:t>
            </a:r>
            <a:endParaRPr lang="en-US" sz="2400" dirty="0"/>
          </a:p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{{score3}}</a:t>
            </a:r>
            <a:endParaRPr lang="en-US" sz="2400" dirty="0"/>
          </a:p>
        </p:txBody>
      </p:sp>
      <p:sp>
        <p:nvSpPr>
          <p:cNvPr id="26" name="slot4@1 card"/>
          <p:cNvSpPr/>
          <p:nvPr/>
        </p:nvSpPr>
        <p:spPr>
          <a:xfrm>
            <a:off x="548640" y="2514600"/>
            <a:ext cx="5410048" cy="1155192"/>
          </a:xfrm>
          <a:prstGeom prst="roundRect">
            <a:avLst>
              <a:gd name="adj" fmla="val 9499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27" name="slot4@0 card"/>
          <p:cNvSpPr/>
          <p:nvPr/>
        </p:nvSpPr>
        <p:spPr>
          <a:xfrm>
            <a:off x="548640" y="2514600"/>
            <a:ext cx="5410048" cy="1155192"/>
          </a:xfrm>
          <a:prstGeom prst="roundRect">
            <a:avLst>
              <a:gd name="adj" fmla="val 9499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28" name="slot4@1 medal"/>
          <p:cNvSpPr/>
          <p:nvPr/>
        </p:nvSpPr>
        <p:spPr>
          <a:xfrm>
            <a:off x="4861408" y="2657856"/>
            <a:ext cx="868680" cy="868680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29" name="slot4@2 medal"/>
          <p:cNvSpPr/>
          <p:nvPr/>
        </p:nvSpPr>
        <p:spPr>
          <a:xfrm>
            <a:off x="4861408" y="2657856"/>
            <a:ext cx="868680" cy="868680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30" name="slot4@3 medal"/>
          <p:cNvSpPr/>
          <p:nvPr/>
        </p:nvSpPr>
        <p:spPr>
          <a:xfrm>
            <a:off x="4861408" y="2657856"/>
            <a:ext cx="868680" cy="868680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31" name="slot4@0 medal"/>
          <p:cNvSpPr/>
          <p:nvPr/>
        </p:nvSpPr>
        <p:spPr>
          <a:xfrm>
            <a:off x="4861408" y="2657856"/>
            <a:ext cx="868680" cy="868680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32" name="slot4 place"/>
          <p:cNvSpPr txBox="1"/>
          <p:nvPr/>
        </p:nvSpPr>
        <p:spPr>
          <a:xfrm>
            <a:off x="4861408" y="2657856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20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{{place4}}</a:t>
            </a:r>
            <a:endParaRPr lang="ar-SY" sz="2000" dirty="0"/>
          </a:p>
        </p:txBody>
      </p:sp>
      <p:sp>
        <p:nvSpPr>
          <p:cNvPr id="33" name="slot4 name and score"/>
          <p:cNvSpPr txBox="1"/>
          <p:nvPr/>
        </p:nvSpPr>
        <p:spPr>
          <a:xfrm>
            <a:off x="777240" y="2514600"/>
            <a:ext cx="3901288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{{name4}}</a:t>
            </a:r>
            <a:endParaRPr lang="en-US" sz="2400" dirty="0"/>
          </a:p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{{score4}}</a:t>
            </a:r>
            <a:endParaRPr lang="en-US" sz="2400" dirty="0"/>
          </a:p>
        </p:txBody>
      </p:sp>
      <p:sp>
        <p:nvSpPr>
          <p:cNvPr id="34" name="slot5@1 card"/>
          <p:cNvSpPr/>
          <p:nvPr/>
        </p:nvSpPr>
        <p:spPr>
          <a:xfrm>
            <a:off x="548640" y="3834384"/>
            <a:ext cx="5410048" cy="1155192"/>
          </a:xfrm>
          <a:prstGeom prst="roundRect">
            <a:avLst>
              <a:gd name="adj" fmla="val 9499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35" name="slot5@0 card"/>
          <p:cNvSpPr/>
          <p:nvPr/>
        </p:nvSpPr>
        <p:spPr>
          <a:xfrm>
            <a:off x="548640" y="3834384"/>
            <a:ext cx="5410048" cy="1155192"/>
          </a:xfrm>
          <a:prstGeom prst="roundRect">
            <a:avLst>
              <a:gd name="adj" fmla="val 9499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36" name="slot5@1 medal"/>
          <p:cNvSpPr/>
          <p:nvPr/>
        </p:nvSpPr>
        <p:spPr>
          <a:xfrm>
            <a:off x="4861408" y="3977640"/>
            <a:ext cx="868680" cy="868680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37" name="slot5@2 medal"/>
          <p:cNvSpPr/>
          <p:nvPr/>
        </p:nvSpPr>
        <p:spPr>
          <a:xfrm>
            <a:off x="4861408" y="3977640"/>
            <a:ext cx="868680" cy="868680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38" name="slot5@3 medal"/>
          <p:cNvSpPr/>
          <p:nvPr/>
        </p:nvSpPr>
        <p:spPr>
          <a:xfrm>
            <a:off x="4861408" y="3977640"/>
            <a:ext cx="868680" cy="868680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39" name="slot5@0 medal"/>
          <p:cNvSpPr/>
          <p:nvPr/>
        </p:nvSpPr>
        <p:spPr>
          <a:xfrm>
            <a:off x="4861408" y="3977640"/>
            <a:ext cx="868680" cy="868680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40" name="slot5 place"/>
          <p:cNvSpPr txBox="1"/>
          <p:nvPr/>
        </p:nvSpPr>
        <p:spPr>
          <a:xfrm>
            <a:off x="4861408" y="3977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20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{{place5}}</a:t>
            </a:r>
            <a:endParaRPr lang="ar-SY" sz="2000" dirty="0"/>
          </a:p>
        </p:txBody>
      </p:sp>
      <p:sp>
        <p:nvSpPr>
          <p:cNvPr id="41" name="slot5 name and score"/>
          <p:cNvSpPr txBox="1"/>
          <p:nvPr/>
        </p:nvSpPr>
        <p:spPr>
          <a:xfrm>
            <a:off x="777240" y="3834384"/>
            <a:ext cx="3901288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{{name5}}</a:t>
            </a:r>
            <a:endParaRPr lang="en-US" sz="2400" dirty="0"/>
          </a:p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{{score5}}</a:t>
            </a:r>
            <a:endParaRPr lang="en-US" sz="2400" dirty="0"/>
          </a:p>
        </p:txBody>
      </p:sp>
      <p:sp>
        <p:nvSpPr>
          <p:cNvPr id="42" name="slot6@1 card"/>
          <p:cNvSpPr/>
          <p:nvPr/>
        </p:nvSpPr>
        <p:spPr>
          <a:xfrm>
            <a:off x="548640" y="5154168"/>
            <a:ext cx="5410048" cy="1155192"/>
          </a:xfrm>
          <a:prstGeom prst="roundRect">
            <a:avLst>
              <a:gd name="adj" fmla="val 9499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43" name="slot6@0 card"/>
          <p:cNvSpPr/>
          <p:nvPr/>
        </p:nvSpPr>
        <p:spPr>
          <a:xfrm>
            <a:off x="548640" y="5154168"/>
            <a:ext cx="5410048" cy="1155192"/>
          </a:xfrm>
          <a:prstGeom prst="roundRect">
            <a:avLst>
              <a:gd name="adj" fmla="val 9499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44" name="slot6@1 medal"/>
          <p:cNvSpPr/>
          <p:nvPr/>
        </p:nvSpPr>
        <p:spPr>
          <a:xfrm>
            <a:off x="4861408" y="5297424"/>
            <a:ext cx="868680" cy="868680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45" name="slot6@2 medal"/>
          <p:cNvSpPr/>
          <p:nvPr/>
        </p:nvSpPr>
        <p:spPr>
          <a:xfrm>
            <a:off x="4861408" y="5297424"/>
            <a:ext cx="868680" cy="868680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46" name="slot6@3 medal"/>
          <p:cNvSpPr/>
          <p:nvPr/>
        </p:nvSpPr>
        <p:spPr>
          <a:xfrm>
            <a:off x="4861408" y="5297424"/>
            <a:ext cx="868680" cy="868680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47" name="slot6@0 medal"/>
          <p:cNvSpPr/>
          <p:nvPr/>
        </p:nvSpPr>
        <p:spPr>
          <a:xfrm>
            <a:off x="4861408" y="5297424"/>
            <a:ext cx="868680" cy="868680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48" name="slot6 place"/>
          <p:cNvSpPr txBox="1"/>
          <p:nvPr/>
        </p:nvSpPr>
        <p:spPr>
          <a:xfrm>
            <a:off x="4861408" y="529742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20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{{place6}}</a:t>
            </a:r>
            <a:endParaRPr lang="ar-SY" sz="2000" dirty="0"/>
          </a:p>
        </p:txBody>
      </p:sp>
      <p:sp>
        <p:nvSpPr>
          <p:cNvPr id="49" name="slot6 name and score"/>
          <p:cNvSpPr txBox="1"/>
          <p:nvPr/>
        </p:nvSpPr>
        <p:spPr>
          <a:xfrm>
            <a:off x="777240" y="5154168"/>
            <a:ext cx="3901288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{{name6}}</a:t>
            </a:r>
            <a:endParaRPr lang="en-US" sz="2400" dirty="0"/>
          </a:p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{{score6}}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نظام إدارة الجامع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أوائل الحلقات</dc:title>
  <dc:subject>قالب شرائح أوائل الحلقات</dc:subject>
  <dc:creator>نظام إدارة الجامع</dc:creator>
  <cp:lastModifiedBy>نظام إدارة الجامع</cp:lastModifiedBy>
  <cp:revision>1</cp:revision>
  <dcterms:created xsi:type="dcterms:W3CDTF">2026-10-12T11:47:20Z</dcterms:created>
  <dcterms:modified xsi:type="dcterms:W3CDTF">2026-10-12T11:47:20Z</dcterms:modified>
</cp:coreProperties>
</file>