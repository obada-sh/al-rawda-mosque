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548640" y="2514600"/>
            <a:ext cx="11094415" cy="1815084"/>
          </a:xfrm>
          <a:prstGeom prst="roundRect">
            <a:avLst>
              <a:gd name="adj" fmla="val 6045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9951415" y="2782062"/>
            <a:ext cx="1280160" cy="128016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9951415" y="2782062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3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3000" dirty="0"/>
          </a:p>
        </p:txBody>
      </p:sp>
      <p:sp>
        <p:nvSpPr>
          <p:cNvPr id="12" name="slot1 name and score"/>
          <p:cNvSpPr txBox="1"/>
          <p:nvPr/>
        </p:nvSpPr>
        <p:spPr>
          <a:xfrm>
            <a:off x="960120" y="2514600"/>
            <a:ext cx="8671255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3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en-US" sz="3500" dirty="0"/>
          </a:p>
          <a:p>
            <a:pPr rtl="1" algn="r" indent="0" marL="0">
              <a:buNone/>
            </a:pPr>
            <a:r>
              <a:rPr lang="ar-SY" altLang="en-US" sz="2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en-US" sz="3500" dirty="0"/>
          </a:p>
        </p:txBody>
      </p:sp>
      <p:sp>
        <p:nvSpPr>
          <p:cNvPr id="13" name="slot2@1 card"/>
          <p:cNvSpPr/>
          <p:nvPr/>
        </p:nvSpPr>
        <p:spPr>
          <a:xfrm>
            <a:off x="548640" y="4494276"/>
            <a:ext cx="11094415" cy="1815084"/>
          </a:xfrm>
          <a:prstGeom prst="roundRect">
            <a:avLst>
              <a:gd name="adj" fmla="val 6045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4" name="slot2@0 card"/>
          <p:cNvSpPr/>
          <p:nvPr/>
        </p:nvSpPr>
        <p:spPr>
          <a:xfrm>
            <a:off x="548640" y="4494276"/>
            <a:ext cx="11094415" cy="1815084"/>
          </a:xfrm>
          <a:prstGeom prst="roundRect">
            <a:avLst>
              <a:gd name="adj" fmla="val 6045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5" name="slot2@1 medal"/>
          <p:cNvSpPr/>
          <p:nvPr/>
        </p:nvSpPr>
        <p:spPr>
          <a:xfrm>
            <a:off x="9951415" y="4761738"/>
            <a:ext cx="1280160" cy="128016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6" name="slot2@2 medal"/>
          <p:cNvSpPr/>
          <p:nvPr/>
        </p:nvSpPr>
        <p:spPr>
          <a:xfrm>
            <a:off x="9951415" y="4761738"/>
            <a:ext cx="1280160" cy="128016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7" name="slot2 place"/>
          <p:cNvSpPr txBox="1"/>
          <p:nvPr/>
        </p:nvSpPr>
        <p:spPr>
          <a:xfrm>
            <a:off x="9951415" y="4761738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30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3000" dirty="0"/>
          </a:p>
        </p:txBody>
      </p:sp>
      <p:sp>
        <p:nvSpPr>
          <p:cNvPr id="18" name="slot2 name and score"/>
          <p:cNvSpPr txBox="1"/>
          <p:nvPr/>
        </p:nvSpPr>
        <p:spPr>
          <a:xfrm>
            <a:off x="960120" y="4494276"/>
            <a:ext cx="8671255" cy="181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3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en-US" sz="3500" dirty="0"/>
          </a:p>
          <a:p>
            <a:pPr rtl="1" algn="r" indent="0" marL="0">
              <a:buNone/>
            </a:pPr>
            <a:r>
              <a:rPr lang="ar-SY" altLang="en-US" sz="2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en-US" sz="3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