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1295248" y="3314700"/>
            <a:ext cx="9601200" cy="2194560"/>
          </a:xfrm>
          <a:prstGeom prst="roundRect">
            <a:avLst>
              <a:gd name="adj" fmla="val 5000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9204808" y="3771900"/>
            <a:ext cx="1280160" cy="128016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9204808" y="37719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3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3700" dirty="0"/>
          </a:p>
        </p:txBody>
      </p:sp>
      <p:sp>
        <p:nvSpPr>
          <p:cNvPr id="12" name="slot1 name and score"/>
          <p:cNvSpPr txBox="1"/>
          <p:nvPr/>
        </p:nvSpPr>
        <p:spPr>
          <a:xfrm>
            <a:off x="1706728" y="3314700"/>
            <a:ext cx="7178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en-US" sz="4300" dirty="0"/>
          </a:p>
          <a:p>
            <a:pPr rtl="1" algn="r" indent="0" marL="0">
              <a:buNone/>
            </a:pPr>
            <a:r>
              <a:rPr lang="ar-SY" altLang="en-US" sz="30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en-US" sz="4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