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ar-SY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>
        <p:scale>
          <a:sx n="50" d="100"/>
          <a:sy n="50" d="100"/>
        </p:scale>
        <p:origin x="1070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85188DD-D41F-0651-1F38-19EBAC1A8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EF8C2A8E-F4AB-84C8-713E-25E06E3F4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2ED21C7-8E73-4D71-C70C-B6971DAE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C891-B214-4384-9592-DA86B09F1409}" type="datetimeFigureOut">
              <a:rPr lang="ar-SY" smtClean="0"/>
              <a:t>28/04/1448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8C5156D-3D2D-4DE7-73C6-0410D1C29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684F1CB2-EB2B-EDA7-73E0-F39D06F78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68D7-D05A-4203-9095-7EA511E9EDEE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194142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B32933E-2311-B319-14F9-214561A80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30BEC26-F095-D241-D350-A4540A7FA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EB87ED0-0E31-F1A6-F92C-5783250AC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C891-B214-4384-9592-DA86B09F1409}" type="datetimeFigureOut">
              <a:rPr lang="ar-SY" smtClean="0"/>
              <a:t>28/04/1448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694933C-2E39-8284-BBB6-F8A8E0F1A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D5D3EA7-8FA0-C505-12C2-2D62F3929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68D7-D05A-4203-9095-7EA511E9EDEE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645773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26E6EBD-C5B6-3BB1-2534-5AC6C403A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6539A528-E80F-6A1D-12BF-262825606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E9345BE-AE8D-1A3A-262A-E14539B83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C891-B214-4384-9592-DA86B09F1409}" type="datetimeFigureOut">
              <a:rPr lang="ar-SY" smtClean="0"/>
              <a:t>28/04/1448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142A7EF-9CFA-ED20-D8C7-5A87F9644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5A8564F-691C-0300-DC15-2E0D5FD8E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68D7-D05A-4203-9095-7EA511E9EDEE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36462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391C2BF-A062-8861-98A1-6E0BDDA17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0E3D17E-C980-088A-414F-A4C95C097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852433B4-B528-52BC-647A-1749E3558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80E8B74F-987F-C957-44FB-0AA15857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C891-B214-4384-9592-DA86B09F1409}" type="datetimeFigureOut">
              <a:rPr lang="ar-SY" smtClean="0"/>
              <a:t>28/04/1448</a:t>
            </a:fld>
            <a:endParaRPr lang="ar-SY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FA712A08-934B-C67F-A251-883585BFA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C02AE8AC-379B-27E0-93EA-BC4AB2108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68D7-D05A-4203-9095-7EA511E9EDEE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168925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F237995-7A31-A6D9-DEEA-7FC2D3FE6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D953B498-BAC0-283D-AD66-01C0EC65E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F7547BED-BA28-21BC-E101-270264726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E9A2CE78-73C8-ED38-861E-DD160124BA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8099DC49-315A-5C8B-2B95-C7E124B7E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3810D324-13B1-5614-B9AA-CCC7920AF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C891-B214-4384-9592-DA86B09F1409}" type="datetimeFigureOut">
              <a:rPr lang="ar-SY" smtClean="0"/>
              <a:t>28/04/1448</a:t>
            </a:fld>
            <a:endParaRPr lang="ar-SY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3599E4B0-A0F1-57D5-F840-EBEF323F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B1848780-B090-B4BD-9A27-59CFF5CEC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68D7-D05A-4203-9095-7EA511E9EDEE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59187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A2382E5-403F-AB94-DF1E-004128274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EDBDE494-708C-E6E9-4D19-82C299B52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C891-B214-4384-9592-DA86B09F1409}" type="datetimeFigureOut">
              <a:rPr lang="ar-SY" smtClean="0"/>
              <a:t>28/04/1448</a:t>
            </a:fld>
            <a:endParaRPr lang="ar-SY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3C0BE422-25D1-AADF-0B4E-10C21A2B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A44B6C7C-AE46-C437-F430-D5DD2C5E6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68D7-D05A-4203-9095-7EA511E9EDEE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599942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1C6EF7B1-641E-CA7D-161A-D431C99E4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C891-B214-4384-9592-DA86B09F1409}" type="datetimeFigureOut">
              <a:rPr lang="ar-SY" smtClean="0"/>
              <a:t>28/04/1448</a:t>
            </a:fld>
            <a:endParaRPr lang="ar-SY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2B628D5B-E1FA-170F-8A16-12D59D492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D1C5C479-5190-C1A8-797C-42B5E21C7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68D7-D05A-4203-9095-7EA511E9EDEE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83602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941FFB8-EB28-BB63-88FA-AF544FC3F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247B7351-2F8A-798B-E7B2-8383D8AD2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CA989654-7D51-5FDD-5D69-3C9109182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371D7E3D-8B56-6A9C-9A2A-0601DD04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C891-B214-4384-9592-DA86B09F1409}" type="datetimeFigureOut">
              <a:rPr lang="ar-SY" smtClean="0"/>
              <a:t>28/04/1448</a:t>
            </a:fld>
            <a:endParaRPr lang="ar-SY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D31130E5-4A12-969F-70C3-EE555790D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1FEFB30F-6D56-92F1-8A55-1A5750A7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68D7-D05A-4203-9095-7EA511E9EDEE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095068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AD73466-8B05-D8AF-5D81-7E62282A2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32CF79E3-7CE0-2735-137B-3F6F0B6ED8C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Y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9C26C343-784D-463D-3B31-5C42E48E2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6AE91FD7-1781-F5F2-9859-A523F2337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C891-B214-4384-9592-DA86B09F1409}" type="datetimeFigureOut">
              <a:rPr lang="ar-SY" smtClean="0"/>
              <a:t>28/04/1448</a:t>
            </a:fld>
            <a:endParaRPr lang="ar-SY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D08E012B-00D4-53E9-6F71-353DE3CD7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9FEB76A1-F0ED-2424-95E6-B3BAB42EE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68D7-D05A-4203-9095-7EA511E9EDEE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373581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9C6D651-6715-1E11-A071-3A822FE66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86CCF9D1-1B5D-5104-4D71-E6C024A2A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5D1836F-66DA-63C9-3E42-AC06DF84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C891-B214-4384-9592-DA86B09F1409}" type="datetimeFigureOut">
              <a:rPr lang="ar-SY" smtClean="0"/>
              <a:t>28/04/1448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951228E-EF1A-3F1B-0FFF-D2093244D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202B6A2-0B00-556C-D133-4927FA1B6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68D7-D05A-4203-9095-7EA511E9EDEE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71702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4D40F995-03A6-B917-2C0C-ACD9A804A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C63BBB84-DC73-8C02-FBE6-9C35AFB3F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742E319-2508-C3D7-0892-DD710B7C5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C891-B214-4384-9592-DA86B09F1409}" type="datetimeFigureOut">
              <a:rPr lang="ar-SY" smtClean="0"/>
              <a:t>28/04/1448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B1E89C8-8A7A-EE01-14B2-E43C1A4F8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58A1CED-80FB-49E2-3F17-B1FC836E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68D7-D05A-4203-9095-7EA511E9EDEE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39175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74C4D7C8-5AA7-DCAE-A70B-1CD4B9051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2F230EDA-14DD-2A5D-A660-08C57EFFE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01CF890-497C-05CD-327A-4197FE92CA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6C891-B214-4384-9592-DA86B09F1409}" type="datetimeFigureOut">
              <a:rPr lang="ar-SY" smtClean="0"/>
              <a:t>28/04/1448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1630F6CC-A268-7D68-6C03-D26F60191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7177600-52EA-B1B5-226C-87C210D84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A68D7-D05A-4203-9095-7EA511E9EDEE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854761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Y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0BF7D9D-EEE1-27FD-A3EF-A8D4E4EB3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2385"/>
            <a:ext cx="9144000" cy="1158613"/>
          </a:xfrm>
        </p:spPr>
        <p:txBody>
          <a:bodyPr>
            <a:normAutofit fontScale="90000"/>
          </a:bodyPr>
          <a:lstStyle/>
          <a:p>
            <a:pPr rtl="1"/>
            <a:r>
              <a:rPr lang="ar-SA" sz="8000" dirty="0">
                <a:solidFill>
                  <a:schemeClr val="bg1"/>
                </a:solidFill>
              </a:rPr>
              <a:t>{{title}}</a:t>
            </a:r>
            <a:endParaRPr lang="ar-SY" sz="8000" dirty="0">
              <a:solidFill>
                <a:schemeClr val="bg1"/>
              </a:solidFill>
            </a:endParaRP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CBF9D8E6-E6C4-7837-1080-0333C64C2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9391" y="-665851"/>
            <a:ext cx="3135086" cy="3135086"/>
          </a:xfrm>
          <a:prstGeom prst="rect">
            <a:avLst/>
          </a:prstGeom>
        </p:spPr>
      </p:pic>
      <p:sp>
        <p:nvSpPr>
          <p:cNvPr id="90" name="cells" descr="مساحة الطلاب: تُرتَّب فيها نسخ الخانة، ولا يظهر هذا الإطار في الشرائح."/>
          <p:cNvSpPr/>
          <p:nvPr/>
        </p:nvSpPr>
        <p:spPr>
          <a:xfrm>
            <a:off x="567849" y="2139459"/>
            <a:ext cx="11481798" cy="4396156"/>
          </a:xfrm>
          <a:prstGeom prst="rect">
            <a:avLst/>
          </a:prstGeom>
          <a:noFill/>
          <a:ln w="12700">
            <a:solidFill>
              <a:schemeClr val="bg1">
                <a:alpha val="45000"/>
              </a:schemeClr>
            </a:solidFill>
            <a:prstDash val="dash"/>
          </a:ln>
        </p:spPr>
        <p:txBody>
          <a:bodyPr rtlCol="1" anchor="b"/>
          <a:lstStyle/>
          <a:p>
            <a:pPr algn="ctr" rtl="1"/>
            <a:r>
              <a:rPr lang="ar-SA" sz="1200" dirty="0">
                <a:solidFill>
                  <a:schemeClr val="bg1">
                    <a:alpha val="70000"/>
                  </a:schemeClr>
                </a:solidFill>
              </a:rPr>
              <a:t>مساحة الطلاب (cells): تُرتَّب فيها نسخ الخانة بقدر عدد الطلاب، ولا يظهر هذا الإطار في الشرائح</a:t>
            </a:r>
          </a:p>
        </p:txBody>
      </p:sp>
      <p:sp>
        <p:nvSpPr>
          <p:cNvPr id="51" name="cell name">
            <a:extLst>
              <a:ext uri="{FF2B5EF4-FFF2-40B4-BE49-F238E27FC236}">
                <a16:creationId xmlns:a16="http://schemas.microsoft.com/office/drawing/2014/main" id="{0D7061C4-C66C-B3AC-E43F-A4CF40D868ED}"/>
              </a:ext>
            </a:extLst>
          </p:cNvPr>
          <p:cNvSpPr/>
          <p:nvPr/>
        </p:nvSpPr>
        <p:spPr>
          <a:xfrm>
            <a:off x="9286353" y="2139459"/>
            <a:ext cx="2763294" cy="984739"/>
          </a:xfrm>
          <a:prstGeom prst="roundRect">
            <a:avLst>
              <a:gd name="adj" fmla="val 31973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-SA" sz="3600" dirty="0">
                <a:latin typeface="GE Dinar One" panose="020A0503020102020204" pitchFamily="18" charset="-78"/>
                <a:ea typeface="GE Dinar One" panose="020A0503020102020204" pitchFamily="18" charset="-78"/>
                <a:cs typeface="GE Dinar One" panose="020A0503020102020204" pitchFamily="18" charset="-78"/>
              </a:rPr>
              <a:t>{{name}}</a:t>
            </a:r>
            <a:endParaRPr lang="ar-SY" sz="3600" dirty="0">
              <a:latin typeface="GE Dinar One" panose="020A0503020102020204" pitchFamily="18" charset="-78"/>
              <a:ea typeface="GE Dinar One" panose="020A0503020102020204" pitchFamily="18" charset="-78"/>
              <a:cs typeface="GE Dinar One" panose="020A0503020102020204" pitchFamily="18" charset="-78"/>
            </a:endParaRPr>
          </a:p>
        </p:txBody>
      </p:sp>
      <p:sp>
        <p:nvSpPr>
          <p:cNvPr id="59" name="cell score">
            <a:extLst>
              <a:ext uri="{FF2B5EF4-FFF2-40B4-BE49-F238E27FC236}">
                <a16:creationId xmlns:a16="http://schemas.microsoft.com/office/drawing/2014/main" id="{6A13529E-87C5-DC2D-EB8F-129D79390ACD}"/>
              </a:ext>
            </a:extLst>
          </p:cNvPr>
          <p:cNvSpPr/>
          <p:nvPr/>
        </p:nvSpPr>
        <p:spPr>
          <a:xfrm>
            <a:off x="8257667" y="2139459"/>
            <a:ext cx="975759" cy="984739"/>
          </a:xfrm>
          <a:prstGeom prst="roundRect">
            <a:avLst>
              <a:gd name="adj" fmla="val 31973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1" anchor="ctr"/>
          <a:lstStyle/>
          <a:p>
            <a:pPr algn="ctr"/>
            <a:r>
              <a:rPr lang="en-US" sz="3600" dirty="0"/>
              <a:t>{{value}}</a:t>
            </a:r>
            <a:endParaRPr lang="ar-SY" sz="3600" dirty="0"/>
          </a:p>
        </p:txBody>
      </p:sp>
    </p:spTree>
    <p:extLst>
      <p:ext uri="{BB962C8B-B14F-4D97-AF65-F5344CB8AC3E}">
        <p14:creationId xmlns:p14="http://schemas.microsoft.com/office/powerpoint/2010/main" val="3854182953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</Words>
  <Application>Microsoft Office PowerPoint</Application>
  <PresentationFormat>شاشة عريضة</PresentationFormat>
  <Paragraphs>3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GE Dinar One</vt:lpstr>
      <vt:lpstr>نسق Office</vt:lpstr>
      <vt:lpstr>{{title}}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قالب شرائح الأوائل</dc:title>
  <dc:creator>Rawda</dc:creator>
  <cp:lastModifiedBy>Rawda</cp:lastModifiedBy>
  <cp:revision>1</cp:revision>
  <dcterms:created xsi:type="dcterms:W3CDTF">2026-10-10T16:59:33Z</dcterms:created>
  <dcterms:modified xsi:type="dcterms:W3CDTF">2026-10-10T17:09:29Z</dcterms:modified>
</cp:coreProperties>
</file>