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548640" y="2514600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1041837" y="260604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1041837" y="260604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1700" dirty="0"/>
          </a:p>
        </p:txBody>
      </p:sp>
      <p:sp>
        <p:nvSpPr>
          <p:cNvPr id="12" name="slot1 name"/>
          <p:cNvSpPr txBox="1"/>
          <p:nvPr/>
        </p:nvSpPr>
        <p:spPr>
          <a:xfrm>
            <a:off x="2232508" y="2514600"/>
            <a:ext cx="862645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ar-SY" sz="2000" dirty="0"/>
          </a:p>
        </p:txBody>
      </p:sp>
      <p:sp>
        <p:nvSpPr>
          <p:cNvPr id="13" name="slot1 score"/>
          <p:cNvSpPr txBox="1"/>
          <p:nvPr/>
        </p:nvSpPr>
        <p:spPr>
          <a:xfrm>
            <a:off x="705460" y="2514600"/>
            <a:ext cx="138988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6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ar-SY" sz="1600" dirty="0"/>
          </a:p>
        </p:txBody>
      </p:sp>
      <p:sp>
        <p:nvSpPr>
          <p:cNvPr id="14" name="slot2@1 card"/>
          <p:cNvSpPr/>
          <p:nvPr/>
        </p:nvSpPr>
        <p:spPr>
          <a:xfrm>
            <a:off x="548640" y="3306470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5" name="slot2@0 card"/>
          <p:cNvSpPr/>
          <p:nvPr/>
        </p:nvSpPr>
        <p:spPr>
          <a:xfrm>
            <a:off x="548640" y="3306470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6" name="slot2@1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7" name="slot2@2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8" name="slot2 place"/>
          <p:cNvSpPr txBox="1"/>
          <p:nvPr/>
        </p:nvSpPr>
        <p:spPr>
          <a:xfrm>
            <a:off x="11041837" y="339791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1700" dirty="0"/>
          </a:p>
        </p:txBody>
      </p:sp>
      <p:sp>
        <p:nvSpPr>
          <p:cNvPr id="19" name="slot2 name"/>
          <p:cNvSpPr txBox="1"/>
          <p:nvPr/>
        </p:nvSpPr>
        <p:spPr>
          <a:xfrm>
            <a:off x="2232508" y="3306470"/>
            <a:ext cx="862645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ar-SY" sz="2000" dirty="0"/>
          </a:p>
        </p:txBody>
      </p:sp>
      <p:sp>
        <p:nvSpPr>
          <p:cNvPr id="20" name="slot2 score"/>
          <p:cNvSpPr txBox="1"/>
          <p:nvPr/>
        </p:nvSpPr>
        <p:spPr>
          <a:xfrm>
            <a:off x="705460" y="3306470"/>
            <a:ext cx="138988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6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ar-SY" sz="1600" dirty="0"/>
          </a:p>
        </p:txBody>
      </p:sp>
      <p:sp>
        <p:nvSpPr>
          <p:cNvPr id="21" name="slot3@1 card"/>
          <p:cNvSpPr/>
          <p:nvPr/>
        </p:nvSpPr>
        <p:spPr>
          <a:xfrm>
            <a:off x="548640" y="4098341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2" name="slot3@0 card"/>
          <p:cNvSpPr/>
          <p:nvPr/>
        </p:nvSpPr>
        <p:spPr>
          <a:xfrm>
            <a:off x="548640" y="4098341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3" name="slot3@1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4" name="slot3@2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5" name="slot3@3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6" name="slot3 place"/>
          <p:cNvSpPr txBox="1"/>
          <p:nvPr/>
        </p:nvSpPr>
        <p:spPr>
          <a:xfrm>
            <a:off x="11041837" y="418978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1700" dirty="0"/>
          </a:p>
        </p:txBody>
      </p:sp>
      <p:sp>
        <p:nvSpPr>
          <p:cNvPr id="27" name="slot3 name"/>
          <p:cNvSpPr txBox="1"/>
          <p:nvPr/>
        </p:nvSpPr>
        <p:spPr>
          <a:xfrm>
            <a:off x="2232508" y="4098341"/>
            <a:ext cx="862645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ar-SY" sz="2000" dirty="0"/>
          </a:p>
        </p:txBody>
      </p:sp>
      <p:sp>
        <p:nvSpPr>
          <p:cNvPr id="28" name="slot3 score"/>
          <p:cNvSpPr txBox="1"/>
          <p:nvPr/>
        </p:nvSpPr>
        <p:spPr>
          <a:xfrm>
            <a:off x="705460" y="4098341"/>
            <a:ext cx="138988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6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ar-SY" sz="1600" dirty="0"/>
          </a:p>
        </p:txBody>
      </p:sp>
      <p:sp>
        <p:nvSpPr>
          <p:cNvPr id="29" name="slot4@1 card"/>
          <p:cNvSpPr/>
          <p:nvPr/>
        </p:nvSpPr>
        <p:spPr>
          <a:xfrm>
            <a:off x="548640" y="4890211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0" name="slot4@0 card"/>
          <p:cNvSpPr/>
          <p:nvPr/>
        </p:nvSpPr>
        <p:spPr>
          <a:xfrm>
            <a:off x="548640" y="4890211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1" name="slot4@1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2" name="slot4@2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3" name="slot4@3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4" name="slot4@0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5" name="slot4 place"/>
          <p:cNvSpPr txBox="1"/>
          <p:nvPr/>
        </p:nvSpPr>
        <p:spPr>
          <a:xfrm>
            <a:off x="11041837" y="498165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1700" dirty="0"/>
          </a:p>
        </p:txBody>
      </p:sp>
      <p:sp>
        <p:nvSpPr>
          <p:cNvPr id="36" name="slot4 name"/>
          <p:cNvSpPr txBox="1"/>
          <p:nvPr/>
        </p:nvSpPr>
        <p:spPr>
          <a:xfrm>
            <a:off x="2232508" y="4890211"/>
            <a:ext cx="862645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ar-SY" sz="2000" dirty="0"/>
          </a:p>
        </p:txBody>
      </p:sp>
      <p:sp>
        <p:nvSpPr>
          <p:cNvPr id="37" name="slot4 score"/>
          <p:cNvSpPr txBox="1"/>
          <p:nvPr/>
        </p:nvSpPr>
        <p:spPr>
          <a:xfrm>
            <a:off x="705460" y="4890211"/>
            <a:ext cx="138988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6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ar-SY" sz="1600" dirty="0"/>
          </a:p>
        </p:txBody>
      </p:sp>
      <p:sp>
        <p:nvSpPr>
          <p:cNvPr id="38" name="slot5@1 card"/>
          <p:cNvSpPr/>
          <p:nvPr/>
        </p:nvSpPr>
        <p:spPr>
          <a:xfrm>
            <a:off x="548640" y="5682082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9" name="slot5@0 card"/>
          <p:cNvSpPr/>
          <p:nvPr/>
        </p:nvSpPr>
        <p:spPr>
          <a:xfrm>
            <a:off x="548640" y="5682082"/>
            <a:ext cx="11094415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0" name="slot5@1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1" name="slot5@2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2" name="slot5@3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3" name="slot5@0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4" name="slot5 place"/>
          <p:cNvSpPr txBox="1"/>
          <p:nvPr/>
        </p:nvSpPr>
        <p:spPr>
          <a:xfrm>
            <a:off x="11041837" y="5773522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1700" dirty="0"/>
          </a:p>
        </p:txBody>
      </p:sp>
      <p:sp>
        <p:nvSpPr>
          <p:cNvPr id="45" name="slot5 name"/>
          <p:cNvSpPr txBox="1"/>
          <p:nvPr/>
        </p:nvSpPr>
        <p:spPr>
          <a:xfrm>
            <a:off x="2232508" y="5682082"/>
            <a:ext cx="862645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ar-SY" sz="2000" dirty="0"/>
          </a:p>
        </p:txBody>
      </p:sp>
      <p:sp>
        <p:nvSpPr>
          <p:cNvPr id="46" name="slot5 score"/>
          <p:cNvSpPr txBox="1"/>
          <p:nvPr/>
        </p:nvSpPr>
        <p:spPr>
          <a:xfrm>
            <a:off x="705460" y="5682082"/>
            <a:ext cx="138988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6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ar-SY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