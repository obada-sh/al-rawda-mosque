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ard"/>
          <p:cNvSpPr/>
          <p:nvPr/>
        </p:nvSpPr>
        <p:spPr>
          <a:xfrm>
            <a:off x="548640" y="411480"/>
            <a:ext cx="1024128" cy="124358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6B422"/>
            </a:solidFill>
            <a:prstDash val="solid"/>
          </a:ln>
        </p:spPr>
      </p:sp>
      <p:pic>
        <p:nvPicPr>
          <p:cNvPr id="3" name="logo" descr="شعار الجام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151" y="502920"/>
            <a:ext cx="841105" cy="1060704"/>
          </a:xfrm>
          <a:prstGeom prst="rect">
            <a:avLst/>
          </a:prstGeom>
        </p:spPr>
      </p:pic>
      <p:sp>
        <p:nvSpPr>
          <p:cNvPr id="4" name="mosque"/>
          <p:cNvSpPr txBox="1"/>
          <p:nvPr/>
        </p:nvSpPr>
        <p:spPr>
          <a:xfrm>
            <a:off x="1737360" y="411480"/>
            <a:ext cx="29260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800" b="1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{{mosque}}</a:t>
            </a:r>
            <a:endParaRPr lang="ar-SY" sz="1800" dirty="0"/>
          </a:p>
        </p:txBody>
      </p:sp>
      <p:sp>
        <p:nvSpPr>
          <p:cNvPr id="5" name="criterion"/>
          <p:cNvSpPr txBox="1"/>
          <p:nvPr/>
        </p:nvSpPr>
        <p:spPr>
          <a:xfrm>
            <a:off x="4846320" y="411480"/>
            <a:ext cx="6796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8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{{criterion}}</a:t>
            </a:r>
            <a:endParaRPr lang="ar-SY" sz="1800" dirty="0"/>
          </a:p>
        </p:txBody>
      </p:sp>
      <p:sp>
        <p:nvSpPr>
          <p:cNvPr id="6" name="circle"/>
          <p:cNvSpPr txBox="1"/>
          <p:nvPr/>
        </p:nvSpPr>
        <p:spPr>
          <a:xfrm>
            <a:off x="4846320" y="777240"/>
            <a:ext cx="67967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{{circle}}</a:t>
            </a:r>
            <a:endParaRPr lang="ar-SY" sz="4000" dirty="0"/>
          </a:p>
        </p:txBody>
      </p:sp>
      <p:sp>
        <p:nvSpPr>
          <p:cNvPr id="7" name="supervisor"/>
          <p:cNvSpPr txBox="1"/>
          <p:nvPr/>
        </p:nvSpPr>
        <p:spPr>
          <a:xfrm>
            <a:off x="4846320" y="1874520"/>
            <a:ext cx="6796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200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{{supervisor_line}}</a:t>
            </a:r>
            <a:endParaRPr lang="ar-SY" sz="2200" dirty="0"/>
          </a:p>
        </p:txBody>
      </p:sp>
      <p:sp>
        <p:nvSpPr>
          <p:cNvPr id="8" name="course and period"/>
          <p:cNvSpPr txBox="1"/>
          <p:nvPr/>
        </p:nvSpPr>
        <p:spPr>
          <a:xfrm>
            <a:off x="54864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500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{{course}}  {{period}}</a:t>
            </a:r>
            <a:endParaRPr lang="ar-SY" sz="1500" dirty="0"/>
          </a:p>
        </p:txBody>
      </p:sp>
      <p:sp>
        <p:nvSpPr>
          <p:cNvPr id="9" name="slot1 card"/>
          <p:cNvSpPr/>
          <p:nvPr/>
        </p:nvSpPr>
        <p:spPr>
          <a:xfrm>
            <a:off x="6233008" y="2514600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10" name="slot1 medal"/>
          <p:cNvSpPr/>
          <p:nvPr/>
        </p:nvSpPr>
        <p:spPr>
          <a:xfrm>
            <a:off x="11041837" y="2606040"/>
            <a:ext cx="444398" cy="444398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11" name="slot1 place"/>
          <p:cNvSpPr txBox="1"/>
          <p:nvPr/>
        </p:nvSpPr>
        <p:spPr>
          <a:xfrm>
            <a:off x="11041837" y="2606040"/>
            <a:ext cx="4443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4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{{place1}}</a:t>
            </a:r>
            <a:endParaRPr lang="ar-SY" sz="1400" dirty="0"/>
          </a:p>
        </p:txBody>
      </p:sp>
      <p:sp>
        <p:nvSpPr>
          <p:cNvPr id="12" name="slot1 name"/>
          <p:cNvSpPr txBox="1"/>
          <p:nvPr/>
        </p:nvSpPr>
        <p:spPr>
          <a:xfrm>
            <a:off x="7743139" y="2514600"/>
            <a:ext cx="3115818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{{name1}}</a:t>
            </a:r>
            <a:endParaRPr lang="ar-SY" sz="1700" dirty="0"/>
          </a:p>
        </p:txBody>
      </p:sp>
      <p:sp>
        <p:nvSpPr>
          <p:cNvPr id="13" name="slot1 score"/>
          <p:cNvSpPr txBox="1"/>
          <p:nvPr/>
        </p:nvSpPr>
        <p:spPr>
          <a:xfrm>
            <a:off x="6389827" y="2514600"/>
            <a:ext cx="1216152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4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{{score1}}</a:t>
            </a:r>
            <a:endParaRPr lang="ar-SY" sz="1400" dirty="0"/>
          </a:p>
        </p:txBody>
      </p:sp>
      <p:sp>
        <p:nvSpPr>
          <p:cNvPr id="14" name="slot2@1 card"/>
          <p:cNvSpPr/>
          <p:nvPr/>
        </p:nvSpPr>
        <p:spPr>
          <a:xfrm>
            <a:off x="6233008" y="3306470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15" name="slot2@0 card"/>
          <p:cNvSpPr/>
          <p:nvPr/>
        </p:nvSpPr>
        <p:spPr>
          <a:xfrm>
            <a:off x="6233008" y="3306470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16" name="slot2@1 medal"/>
          <p:cNvSpPr/>
          <p:nvPr/>
        </p:nvSpPr>
        <p:spPr>
          <a:xfrm>
            <a:off x="11041837" y="3397910"/>
            <a:ext cx="444398" cy="444398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17" name="slot2@2 medal"/>
          <p:cNvSpPr/>
          <p:nvPr/>
        </p:nvSpPr>
        <p:spPr>
          <a:xfrm>
            <a:off x="11041837" y="3397910"/>
            <a:ext cx="444398" cy="444398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18" name="slot2 place"/>
          <p:cNvSpPr txBox="1"/>
          <p:nvPr/>
        </p:nvSpPr>
        <p:spPr>
          <a:xfrm>
            <a:off x="11041837" y="3397910"/>
            <a:ext cx="4443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4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{{place2}}</a:t>
            </a:r>
            <a:endParaRPr lang="ar-SY" sz="1400" dirty="0"/>
          </a:p>
        </p:txBody>
      </p:sp>
      <p:sp>
        <p:nvSpPr>
          <p:cNvPr id="19" name="slot2 name"/>
          <p:cNvSpPr txBox="1"/>
          <p:nvPr/>
        </p:nvSpPr>
        <p:spPr>
          <a:xfrm>
            <a:off x="7743139" y="3306470"/>
            <a:ext cx="3115818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{{name2}}</a:t>
            </a:r>
            <a:endParaRPr lang="ar-SY" sz="1700" dirty="0"/>
          </a:p>
        </p:txBody>
      </p:sp>
      <p:sp>
        <p:nvSpPr>
          <p:cNvPr id="20" name="slot2 score"/>
          <p:cNvSpPr txBox="1"/>
          <p:nvPr/>
        </p:nvSpPr>
        <p:spPr>
          <a:xfrm>
            <a:off x="6389827" y="3306470"/>
            <a:ext cx="1216152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4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{{score2}}</a:t>
            </a:r>
            <a:endParaRPr lang="ar-SY" sz="1400" dirty="0"/>
          </a:p>
        </p:txBody>
      </p:sp>
      <p:sp>
        <p:nvSpPr>
          <p:cNvPr id="21" name="slot3@1 card"/>
          <p:cNvSpPr/>
          <p:nvPr/>
        </p:nvSpPr>
        <p:spPr>
          <a:xfrm>
            <a:off x="6233008" y="4098341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22" name="slot3@0 card"/>
          <p:cNvSpPr/>
          <p:nvPr/>
        </p:nvSpPr>
        <p:spPr>
          <a:xfrm>
            <a:off x="6233008" y="4098341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23" name="slot3@1 medal"/>
          <p:cNvSpPr/>
          <p:nvPr/>
        </p:nvSpPr>
        <p:spPr>
          <a:xfrm>
            <a:off x="11041837" y="4189781"/>
            <a:ext cx="444398" cy="444398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24" name="slot3@2 medal"/>
          <p:cNvSpPr/>
          <p:nvPr/>
        </p:nvSpPr>
        <p:spPr>
          <a:xfrm>
            <a:off x="11041837" y="4189781"/>
            <a:ext cx="444398" cy="444398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25" name="slot3@3 medal"/>
          <p:cNvSpPr/>
          <p:nvPr/>
        </p:nvSpPr>
        <p:spPr>
          <a:xfrm>
            <a:off x="11041837" y="4189781"/>
            <a:ext cx="444398" cy="444398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26" name="slot3 place"/>
          <p:cNvSpPr txBox="1"/>
          <p:nvPr/>
        </p:nvSpPr>
        <p:spPr>
          <a:xfrm>
            <a:off x="11041837" y="4189781"/>
            <a:ext cx="4443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4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{{place3}}</a:t>
            </a:r>
            <a:endParaRPr lang="ar-SY" sz="1400" dirty="0"/>
          </a:p>
        </p:txBody>
      </p:sp>
      <p:sp>
        <p:nvSpPr>
          <p:cNvPr id="27" name="slot3 name"/>
          <p:cNvSpPr txBox="1"/>
          <p:nvPr/>
        </p:nvSpPr>
        <p:spPr>
          <a:xfrm>
            <a:off x="7743139" y="4098341"/>
            <a:ext cx="3115818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{{name3}}</a:t>
            </a:r>
            <a:endParaRPr lang="ar-SY" sz="1700" dirty="0"/>
          </a:p>
        </p:txBody>
      </p:sp>
      <p:sp>
        <p:nvSpPr>
          <p:cNvPr id="28" name="slot3 score"/>
          <p:cNvSpPr txBox="1"/>
          <p:nvPr/>
        </p:nvSpPr>
        <p:spPr>
          <a:xfrm>
            <a:off x="6389827" y="4098341"/>
            <a:ext cx="1216152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4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{{score3}}</a:t>
            </a:r>
            <a:endParaRPr lang="ar-SY" sz="1400" dirty="0"/>
          </a:p>
        </p:txBody>
      </p:sp>
      <p:sp>
        <p:nvSpPr>
          <p:cNvPr id="29" name="slot4@1 card"/>
          <p:cNvSpPr/>
          <p:nvPr/>
        </p:nvSpPr>
        <p:spPr>
          <a:xfrm>
            <a:off x="6233008" y="4890211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30" name="slot4@0 card"/>
          <p:cNvSpPr/>
          <p:nvPr/>
        </p:nvSpPr>
        <p:spPr>
          <a:xfrm>
            <a:off x="6233008" y="4890211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31" name="slot4@1 medal"/>
          <p:cNvSpPr/>
          <p:nvPr/>
        </p:nvSpPr>
        <p:spPr>
          <a:xfrm>
            <a:off x="11041837" y="4981651"/>
            <a:ext cx="444398" cy="444398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32" name="slot4@2 medal"/>
          <p:cNvSpPr/>
          <p:nvPr/>
        </p:nvSpPr>
        <p:spPr>
          <a:xfrm>
            <a:off x="11041837" y="4981651"/>
            <a:ext cx="444398" cy="444398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33" name="slot4@3 medal"/>
          <p:cNvSpPr/>
          <p:nvPr/>
        </p:nvSpPr>
        <p:spPr>
          <a:xfrm>
            <a:off x="11041837" y="4981651"/>
            <a:ext cx="444398" cy="444398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34" name="slot4@0 medal"/>
          <p:cNvSpPr/>
          <p:nvPr/>
        </p:nvSpPr>
        <p:spPr>
          <a:xfrm>
            <a:off x="11041837" y="4981651"/>
            <a:ext cx="444398" cy="444398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35" name="slot4 place"/>
          <p:cNvSpPr txBox="1"/>
          <p:nvPr/>
        </p:nvSpPr>
        <p:spPr>
          <a:xfrm>
            <a:off x="11041837" y="4981651"/>
            <a:ext cx="4443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4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{{place4}}</a:t>
            </a:r>
            <a:endParaRPr lang="ar-SY" sz="1400" dirty="0"/>
          </a:p>
        </p:txBody>
      </p:sp>
      <p:sp>
        <p:nvSpPr>
          <p:cNvPr id="36" name="slot4 name"/>
          <p:cNvSpPr txBox="1"/>
          <p:nvPr/>
        </p:nvSpPr>
        <p:spPr>
          <a:xfrm>
            <a:off x="7743139" y="4890211"/>
            <a:ext cx="3115818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{{name4}}</a:t>
            </a:r>
            <a:endParaRPr lang="ar-SY" sz="1700" dirty="0"/>
          </a:p>
        </p:txBody>
      </p:sp>
      <p:sp>
        <p:nvSpPr>
          <p:cNvPr id="37" name="slot4 score"/>
          <p:cNvSpPr txBox="1"/>
          <p:nvPr/>
        </p:nvSpPr>
        <p:spPr>
          <a:xfrm>
            <a:off x="6389827" y="4890211"/>
            <a:ext cx="1216152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4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{{score4}}</a:t>
            </a:r>
            <a:endParaRPr lang="ar-SY" sz="1400" dirty="0"/>
          </a:p>
        </p:txBody>
      </p:sp>
      <p:sp>
        <p:nvSpPr>
          <p:cNvPr id="38" name="slot5@1 card"/>
          <p:cNvSpPr/>
          <p:nvPr/>
        </p:nvSpPr>
        <p:spPr>
          <a:xfrm>
            <a:off x="6233008" y="5682082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39" name="slot5@0 card"/>
          <p:cNvSpPr/>
          <p:nvPr/>
        </p:nvSpPr>
        <p:spPr>
          <a:xfrm>
            <a:off x="6233008" y="5682082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40" name="slot5@1 medal"/>
          <p:cNvSpPr/>
          <p:nvPr/>
        </p:nvSpPr>
        <p:spPr>
          <a:xfrm>
            <a:off x="11041837" y="5773522"/>
            <a:ext cx="444398" cy="444398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41" name="slot5@2 medal"/>
          <p:cNvSpPr/>
          <p:nvPr/>
        </p:nvSpPr>
        <p:spPr>
          <a:xfrm>
            <a:off x="11041837" y="5773522"/>
            <a:ext cx="444398" cy="444398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42" name="slot5@3 medal"/>
          <p:cNvSpPr/>
          <p:nvPr/>
        </p:nvSpPr>
        <p:spPr>
          <a:xfrm>
            <a:off x="11041837" y="5773522"/>
            <a:ext cx="444398" cy="444398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43" name="slot5@0 medal"/>
          <p:cNvSpPr/>
          <p:nvPr/>
        </p:nvSpPr>
        <p:spPr>
          <a:xfrm>
            <a:off x="11041837" y="5773522"/>
            <a:ext cx="444398" cy="444398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44" name="slot5 place"/>
          <p:cNvSpPr txBox="1"/>
          <p:nvPr/>
        </p:nvSpPr>
        <p:spPr>
          <a:xfrm>
            <a:off x="11041837" y="5773522"/>
            <a:ext cx="4443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4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{{place5}}</a:t>
            </a:r>
            <a:endParaRPr lang="ar-SY" sz="1400" dirty="0"/>
          </a:p>
        </p:txBody>
      </p:sp>
      <p:sp>
        <p:nvSpPr>
          <p:cNvPr id="45" name="slot5 name"/>
          <p:cNvSpPr txBox="1"/>
          <p:nvPr/>
        </p:nvSpPr>
        <p:spPr>
          <a:xfrm>
            <a:off x="7743139" y="5682082"/>
            <a:ext cx="3115818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{{name5}}</a:t>
            </a:r>
            <a:endParaRPr lang="ar-SY" sz="1700" dirty="0"/>
          </a:p>
        </p:txBody>
      </p:sp>
      <p:sp>
        <p:nvSpPr>
          <p:cNvPr id="46" name="slot5 score"/>
          <p:cNvSpPr txBox="1"/>
          <p:nvPr/>
        </p:nvSpPr>
        <p:spPr>
          <a:xfrm>
            <a:off x="6389827" y="5682082"/>
            <a:ext cx="1216152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4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{{score5}}</a:t>
            </a:r>
            <a:endParaRPr lang="ar-SY" sz="1400" dirty="0"/>
          </a:p>
        </p:txBody>
      </p:sp>
      <p:sp>
        <p:nvSpPr>
          <p:cNvPr id="47" name="slot6@1 card"/>
          <p:cNvSpPr/>
          <p:nvPr/>
        </p:nvSpPr>
        <p:spPr>
          <a:xfrm>
            <a:off x="548640" y="2514600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48" name="slot6@0 card"/>
          <p:cNvSpPr/>
          <p:nvPr/>
        </p:nvSpPr>
        <p:spPr>
          <a:xfrm>
            <a:off x="548640" y="2514600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49" name="slot6@1 medal"/>
          <p:cNvSpPr/>
          <p:nvPr/>
        </p:nvSpPr>
        <p:spPr>
          <a:xfrm>
            <a:off x="5357470" y="2606040"/>
            <a:ext cx="444398" cy="444398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50" name="slot6@2 medal"/>
          <p:cNvSpPr/>
          <p:nvPr/>
        </p:nvSpPr>
        <p:spPr>
          <a:xfrm>
            <a:off x="5357470" y="2606040"/>
            <a:ext cx="444398" cy="444398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51" name="slot6@3 medal"/>
          <p:cNvSpPr/>
          <p:nvPr/>
        </p:nvSpPr>
        <p:spPr>
          <a:xfrm>
            <a:off x="5357470" y="2606040"/>
            <a:ext cx="444398" cy="444398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52" name="slot6@0 medal"/>
          <p:cNvSpPr/>
          <p:nvPr/>
        </p:nvSpPr>
        <p:spPr>
          <a:xfrm>
            <a:off x="5357470" y="2606040"/>
            <a:ext cx="444398" cy="444398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53" name="slot6 place"/>
          <p:cNvSpPr txBox="1"/>
          <p:nvPr/>
        </p:nvSpPr>
        <p:spPr>
          <a:xfrm>
            <a:off x="5357470" y="2606040"/>
            <a:ext cx="4443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4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{{place6}}</a:t>
            </a:r>
            <a:endParaRPr lang="ar-SY" sz="1400" dirty="0"/>
          </a:p>
        </p:txBody>
      </p:sp>
      <p:sp>
        <p:nvSpPr>
          <p:cNvPr id="54" name="slot6 name"/>
          <p:cNvSpPr txBox="1"/>
          <p:nvPr/>
        </p:nvSpPr>
        <p:spPr>
          <a:xfrm>
            <a:off x="2058772" y="2514600"/>
            <a:ext cx="3115818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{{name6}}</a:t>
            </a:r>
            <a:endParaRPr lang="ar-SY" sz="1700" dirty="0"/>
          </a:p>
        </p:txBody>
      </p:sp>
      <p:sp>
        <p:nvSpPr>
          <p:cNvPr id="55" name="slot6 score"/>
          <p:cNvSpPr txBox="1"/>
          <p:nvPr/>
        </p:nvSpPr>
        <p:spPr>
          <a:xfrm>
            <a:off x="705460" y="2514600"/>
            <a:ext cx="1216152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4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{{score6}}</a:t>
            </a:r>
            <a:endParaRPr lang="ar-SY" sz="1400" dirty="0"/>
          </a:p>
        </p:txBody>
      </p:sp>
      <p:sp>
        <p:nvSpPr>
          <p:cNvPr id="56" name="slot7@1 card"/>
          <p:cNvSpPr/>
          <p:nvPr/>
        </p:nvSpPr>
        <p:spPr>
          <a:xfrm>
            <a:off x="548640" y="3306470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57" name="slot7@0 card"/>
          <p:cNvSpPr/>
          <p:nvPr/>
        </p:nvSpPr>
        <p:spPr>
          <a:xfrm>
            <a:off x="548640" y="3306470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58" name="slot7@1 medal"/>
          <p:cNvSpPr/>
          <p:nvPr/>
        </p:nvSpPr>
        <p:spPr>
          <a:xfrm>
            <a:off x="5357470" y="3397910"/>
            <a:ext cx="444398" cy="444398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59" name="slot7@2 medal"/>
          <p:cNvSpPr/>
          <p:nvPr/>
        </p:nvSpPr>
        <p:spPr>
          <a:xfrm>
            <a:off x="5357470" y="3397910"/>
            <a:ext cx="444398" cy="444398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60" name="slot7@3 medal"/>
          <p:cNvSpPr/>
          <p:nvPr/>
        </p:nvSpPr>
        <p:spPr>
          <a:xfrm>
            <a:off x="5357470" y="3397910"/>
            <a:ext cx="444398" cy="444398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61" name="slot7@0 medal"/>
          <p:cNvSpPr/>
          <p:nvPr/>
        </p:nvSpPr>
        <p:spPr>
          <a:xfrm>
            <a:off x="5357470" y="3397910"/>
            <a:ext cx="444398" cy="444398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62" name="slot7 place"/>
          <p:cNvSpPr txBox="1"/>
          <p:nvPr/>
        </p:nvSpPr>
        <p:spPr>
          <a:xfrm>
            <a:off x="5357470" y="3397910"/>
            <a:ext cx="4443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4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{{place7}}</a:t>
            </a:r>
            <a:endParaRPr lang="ar-SY" sz="1400" dirty="0"/>
          </a:p>
        </p:txBody>
      </p:sp>
      <p:sp>
        <p:nvSpPr>
          <p:cNvPr id="63" name="slot7 name"/>
          <p:cNvSpPr txBox="1"/>
          <p:nvPr/>
        </p:nvSpPr>
        <p:spPr>
          <a:xfrm>
            <a:off x="2058772" y="3306470"/>
            <a:ext cx="3115818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{{name7}}</a:t>
            </a:r>
            <a:endParaRPr lang="ar-SY" sz="1700" dirty="0"/>
          </a:p>
        </p:txBody>
      </p:sp>
      <p:sp>
        <p:nvSpPr>
          <p:cNvPr id="64" name="slot7 score"/>
          <p:cNvSpPr txBox="1"/>
          <p:nvPr/>
        </p:nvSpPr>
        <p:spPr>
          <a:xfrm>
            <a:off x="705460" y="3306470"/>
            <a:ext cx="1216152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4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{{score7}}</a:t>
            </a:r>
            <a:endParaRPr lang="ar-SY" sz="1400" dirty="0"/>
          </a:p>
        </p:txBody>
      </p:sp>
      <p:sp>
        <p:nvSpPr>
          <p:cNvPr id="65" name="slot8@1 card"/>
          <p:cNvSpPr/>
          <p:nvPr/>
        </p:nvSpPr>
        <p:spPr>
          <a:xfrm>
            <a:off x="548640" y="4098341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66" name="slot8@0 card"/>
          <p:cNvSpPr/>
          <p:nvPr/>
        </p:nvSpPr>
        <p:spPr>
          <a:xfrm>
            <a:off x="548640" y="4098341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67" name="slot8@1 medal"/>
          <p:cNvSpPr/>
          <p:nvPr/>
        </p:nvSpPr>
        <p:spPr>
          <a:xfrm>
            <a:off x="5357470" y="4189781"/>
            <a:ext cx="444398" cy="444398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68" name="slot8@2 medal"/>
          <p:cNvSpPr/>
          <p:nvPr/>
        </p:nvSpPr>
        <p:spPr>
          <a:xfrm>
            <a:off x="5357470" y="4189781"/>
            <a:ext cx="444398" cy="444398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69" name="slot8@3 medal"/>
          <p:cNvSpPr/>
          <p:nvPr/>
        </p:nvSpPr>
        <p:spPr>
          <a:xfrm>
            <a:off x="5357470" y="4189781"/>
            <a:ext cx="444398" cy="444398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70" name="slot8@0 medal"/>
          <p:cNvSpPr/>
          <p:nvPr/>
        </p:nvSpPr>
        <p:spPr>
          <a:xfrm>
            <a:off x="5357470" y="4189781"/>
            <a:ext cx="444398" cy="444398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71" name="slot8 place"/>
          <p:cNvSpPr txBox="1"/>
          <p:nvPr/>
        </p:nvSpPr>
        <p:spPr>
          <a:xfrm>
            <a:off x="5357470" y="4189781"/>
            <a:ext cx="4443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4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{{place8}}</a:t>
            </a:r>
            <a:endParaRPr lang="ar-SY" sz="1400" dirty="0"/>
          </a:p>
        </p:txBody>
      </p:sp>
      <p:sp>
        <p:nvSpPr>
          <p:cNvPr id="72" name="slot8 name"/>
          <p:cNvSpPr txBox="1"/>
          <p:nvPr/>
        </p:nvSpPr>
        <p:spPr>
          <a:xfrm>
            <a:off x="2058772" y="4098341"/>
            <a:ext cx="3115818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{{name8}}</a:t>
            </a:r>
            <a:endParaRPr lang="ar-SY" sz="1700" dirty="0"/>
          </a:p>
        </p:txBody>
      </p:sp>
      <p:sp>
        <p:nvSpPr>
          <p:cNvPr id="73" name="slot8 score"/>
          <p:cNvSpPr txBox="1"/>
          <p:nvPr/>
        </p:nvSpPr>
        <p:spPr>
          <a:xfrm>
            <a:off x="705460" y="4098341"/>
            <a:ext cx="1216152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4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{{score8}}</a:t>
            </a:r>
            <a:endParaRPr lang="ar-SY" sz="1400" dirty="0"/>
          </a:p>
        </p:txBody>
      </p:sp>
      <p:sp>
        <p:nvSpPr>
          <p:cNvPr id="74" name="slot9@1 card"/>
          <p:cNvSpPr/>
          <p:nvPr/>
        </p:nvSpPr>
        <p:spPr>
          <a:xfrm>
            <a:off x="548640" y="4890211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75" name="slot9@0 card"/>
          <p:cNvSpPr/>
          <p:nvPr/>
        </p:nvSpPr>
        <p:spPr>
          <a:xfrm>
            <a:off x="548640" y="4890211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76" name="slot9@1 medal"/>
          <p:cNvSpPr/>
          <p:nvPr/>
        </p:nvSpPr>
        <p:spPr>
          <a:xfrm>
            <a:off x="5357470" y="4981651"/>
            <a:ext cx="444398" cy="444398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77" name="slot9@2 medal"/>
          <p:cNvSpPr/>
          <p:nvPr/>
        </p:nvSpPr>
        <p:spPr>
          <a:xfrm>
            <a:off x="5357470" y="4981651"/>
            <a:ext cx="444398" cy="444398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78" name="slot9@3 medal"/>
          <p:cNvSpPr/>
          <p:nvPr/>
        </p:nvSpPr>
        <p:spPr>
          <a:xfrm>
            <a:off x="5357470" y="4981651"/>
            <a:ext cx="444398" cy="444398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79" name="slot9@0 medal"/>
          <p:cNvSpPr/>
          <p:nvPr/>
        </p:nvSpPr>
        <p:spPr>
          <a:xfrm>
            <a:off x="5357470" y="4981651"/>
            <a:ext cx="444398" cy="444398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80" name="slot9 place"/>
          <p:cNvSpPr txBox="1"/>
          <p:nvPr/>
        </p:nvSpPr>
        <p:spPr>
          <a:xfrm>
            <a:off x="5357470" y="4981651"/>
            <a:ext cx="4443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4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{{place9}}</a:t>
            </a:r>
            <a:endParaRPr lang="ar-SY" sz="1400" dirty="0"/>
          </a:p>
        </p:txBody>
      </p:sp>
      <p:sp>
        <p:nvSpPr>
          <p:cNvPr id="81" name="slot9 name"/>
          <p:cNvSpPr txBox="1"/>
          <p:nvPr/>
        </p:nvSpPr>
        <p:spPr>
          <a:xfrm>
            <a:off x="2058772" y="4890211"/>
            <a:ext cx="3115818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{{name9}}</a:t>
            </a:r>
            <a:endParaRPr lang="ar-SY" sz="1700" dirty="0"/>
          </a:p>
        </p:txBody>
      </p:sp>
      <p:sp>
        <p:nvSpPr>
          <p:cNvPr id="82" name="slot9 score"/>
          <p:cNvSpPr txBox="1"/>
          <p:nvPr/>
        </p:nvSpPr>
        <p:spPr>
          <a:xfrm>
            <a:off x="705460" y="4890211"/>
            <a:ext cx="1216152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4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{{score9}}</a:t>
            </a:r>
            <a:endParaRPr lang="ar-SY" sz="1400" dirty="0"/>
          </a:p>
        </p:txBody>
      </p:sp>
      <p:sp>
        <p:nvSpPr>
          <p:cNvPr id="83" name="slot10@1 card"/>
          <p:cNvSpPr/>
          <p:nvPr/>
        </p:nvSpPr>
        <p:spPr>
          <a:xfrm>
            <a:off x="548640" y="5682082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84" name="slot10@0 card"/>
          <p:cNvSpPr/>
          <p:nvPr/>
        </p:nvSpPr>
        <p:spPr>
          <a:xfrm>
            <a:off x="548640" y="5682082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85" name="slot10@1 medal"/>
          <p:cNvSpPr/>
          <p:nvPr/>
        </p:nvSpPr>
        <p:spPr>
          <a:xfrm>
            <a:off x="5357470" y="5773522"/>
            <a:ext cx="444398" cy="444398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86" name="slot10@2 medal"/>
          <p:cNvSpPr/>
          <p:nvPr/>
        </p:nvSpPr>
        <p:spPr>
          <a:xfrm>
            <a:off x="5357470" y="5773522"/>
            <a:ext cx="444398" cy="444398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87" name="slot10@3 medal"/>
          <p:cNvSpPr/>
          <p:nvPr/>
        </p:nvSpPr>
        <p:spPr>
          <a:xfrm>
            <a:off x="5357470" y="5773522"/>
            <a:ext cx="444398" cy="444398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88" name="slot10@0 medal"/>
          <p:cNvSpPr/>
          <p:nvPr/>
        </p:nvSpPr>
        <p:spPr>
          <a:xfrm>
            <a:off x="5357470" y="5773522"/>
            <a:ext cx="444398" cy="444398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89" name="slot10 place"/>
          <p:cNvSpPr txBox="1"/>
          <p:nvPr/>
        </p:nvSpPr>
        <p:spPr>
          <a:xfrm>
            <a:off x="5357470" y="5773522"/>
            <a:ext cx="4443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4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{{place10}}</a:t>
            </a:r>
            <a:endParaRPr lang="ar-SY" sz="1400" dirty="0"/>
          </a:p>
        </p:txBody>
      </p:sp>
      <p:sp>
        <p:nvSpPr>
          <p:cNvPr id="90" name="slot10 name"/>
          <p:cNvSpPr txBox="1"/>
          <p:nvPr/>
        </p:nvSpPr>
        <p:spPr>
          <a:xfrm>
            <a:off x="2058772" y="5682082"/>
            <a:ext cx="3115818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{{name10}}</a:t>
            </a:r>
            <a:endParaRPr lang="ar-SY" sz="1700" dirty="0"/>
          </a:p>
        </p:txBody>
      </p:sp>
      <p:sp>
        <p:nvSpPr>
          <p:cNvPr id="91" name="slot10 score"/>
          <p:cNvSpPr txBox="1"/>
          <p:nvPr/>
        </p:nvSpPr>
        <p:spPr>
          <a:xfrm>
            <a:off x="705460" y="5682082"/>
            <a:ext cx="1216152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4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{{score10}}</a:t>
            </a:r>
            <a:endParaRPr lang="ar-SY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نظام إدارة الجامع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أوائل الحلقات</dc:title>
  <dc:subject>قالب شرائح أوائل الحلقات</dc:subject>
  <dc:creator>نظام إدارة الجامع</dc:creator>
  <cp:lastModifiedBy>نظام إدارة الجامع</cp:lastModifiedBy>
  <cp:revision>1</cp:revision>
  <dcterms:created xsi:type="dcterms:W3CDTF">2026-10-12T11:47:20Z</dcterms:created>
  <dcterms:modified xsi:type="dcterms:W3CDTF">2026-10-12T11:47:20Z</dcterms:modified>
</cp:coreProperties>
</file>