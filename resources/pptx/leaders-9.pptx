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tl="1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3D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ogo card"/>
          <p:cNvSpPr/>
          <p:nvPr/>
        </p:nvSpPr>
        <p:spPr>
          <a:xfrm>
            <a:off x="548640" y="411480"/>
            <a:ext cx="1024128" cy="1243584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2700">
            <a:solidFill>
              <a:srgbClr val="E6B422"/>
            </a:solidFill>
            <a:prstDash val="solid"/>
          </a:ln>
        </p:spPr>
      </p:sp>
      <p:pic>
        <p:nvPicPr>
          <p:cNvPr id="3" name="logo" descr="شعار الجامع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151" y="502920"/>
            <a:ext cx="841105" cy="1060704"/>
          </a:xfrm>
          <a:prstGeom prst="rect">
            <a:avLst/>
          </a:prstGeom>
        </p:spPr>
      </p:pic>
      <p:sp>
        <p:nvSpPr>
          <p:cNvPr id="4" name="mosque"/>
          <p:cNvSpPr txBox="1"/>
          <p:nvPr/>
        </p:nvSpPr>
        <p:spPr>
          <a:xfrm>
            <a:off x="1737360" y="411480"/>
            <a:ext cx="2926080" cy="12435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l" indent="0" marL="0">
              <a:buNone/>
            </a:pPr>
            <a:r>
              <a:rPr lang="ar-SY" altLang="en-US" sz="1800" b="1" dirty="0">
                <a:solidFill>
                  <a:srgbClr val="A9CDB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{{mosque}}</a:t>
            </a:r>
            <a:endParaRPr lang="ar-SY" sz="1800" dirty="0"/>
          </a:p>
        </p:txBody>
      </p:sp>
      <p:sp>
        <p:nvSpPr>
          <p:cNvPr id="5" name="criterion"/>
          <p:cNvSpPr txBox="1"/>
          <p:nvPr/>
        </p:nvSpPr>
        <p:spPr>
          <a:xfrm>
            <a:off x="4846320" y="411480"/>
            <a:ext cx="679673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Y" altLang="en-US" sz="1800" b="1" dirty="0">
                <a:solidFill>
                  <a:srgbClr val="E6B42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{{criterion}}</a:t>
            </a:r>
            <a:endParaRPr lang="ar-SY" sz="1800" dirty="0"/>
          </a:p>
        </p:txBody>
      </p:sp>
      <p:sp>
        <p:nvSpPr>
          <p:cNvPr id="6" name="circle"/>
          <p:cNvSpPr txBox="1"/>
          <p:nvPr/>
        </p:nvSpPr>
        <p:spPr>
          <a:xfrm>
            <a:off x="4846320" y="777240"/>
            <a:ext cx="6796735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Y" altLang="en-US" sz="40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{{circle}}</a:t>
            </a:r>
            <a:endParaRPr lang="ar-SY" sz="4000" dirty="0"/>
          </a:p>
        </p:txBody>
      </p:sp>
      <p:sp>
        <p:nvSpPr>
          <p:cNvPr id="7" name="supervisor"/>
          <p:cNvSpPr txBox="1"/>
          <p:nvPr/>
        </p:nvSpPr>
        <p:spPr>
          <a:xfrm>
            <a:off x="4846320" y="1874520"/>
            <a:ext cx="679673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Y" altLang="en-US" sz="2200" dirty="0">
                <a:solidFill>
                  <a:srgbClr val="A9CDB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{{supervisor_line}}</a:t>
            </a:r>
            <a:endParaRPr lang="ar-SY" sz="2200" dirty="0"/>
          </a:p>
        </p:txBody>
      </p:sp>
      <p:sp>
        <p:nvSpPr>
          <p:cNvPr id="8" name="course and period"/>
          <p:cNvSpPr txBox="1"/>
          <p:nvPr/>
        </p:nvSpPr>
        <p:spPr>
          <a:xfrm>
            <a:off x="548640" y="187452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l" indent="0" marL="0">
              <a:buNone/>
            </a:pPr>
            <a:r>
              <a:rPr lang="ar-SY" altLang="en-US" sz="1500" dirty="0">
                <a:solidFill>
                  <a:srgbClr val="A9CDB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{{course}}  {{period}}</a:t>
            </a:r>
            <a:endParaRPr lang="ar-SY" sz="1500" dirty="0"/>
          </a:p>
        </p:txBody>
      </p:sp>
      <p:sp>
        <p:nvSpPr>
          <p:cNvPr id="9" name="slot1 card"/>
          <p:cNvSpPr/>
          <p:nvPr/>
        </p:nvSpPr>
        <p:spPr>
          <a:xfrm>
            <a:off x="6233008" y="2514600"/>
            <a:ext cx="5410048" cy="627278"/>
          </a:xfrm>
          <a:prstGeom prst="roundRect">
            <a:avLst>
              <a:gd name="adj" fmla="val 17493"/>
            </a:avLst>
          </a:prstGeom>
          <a:solidFill>
            <a:srgbClr val="1E664E"/>
          </a:solidFill>
          <a:ln w="19050">
            <a:solidFill>
              <a:srgbClr val="E6B422"/>
            </a:solidFill>
            <a:prstDash val="solid"/>
          </a:ln>
        </p:spPr>
      </p:sp>
      <p:sp>
        <p:nvSpPr>
          <p:cNvPr id="10" name="slot1 medal"/>
          <p:cNvSpPr/>
          <p:nvPr/>
        </p:nvSpPr>
        <p:spPr>
          <a:xfrm>
            <a:off x="11041837" y="2606040"/>
            <a:ext cx="444398" cy="444398"/>
          </a:xfrm>
          <a:prstGeom prst="ellipse">
            <a:avLst/>
          </a:prstGeom>
          <a:solidFill>
            <a:srgbClr val="E6B422"/>
          </a:solidFill>
          <a:ln w="12700">
            <a:solidFill>
              <a:srgbClr val="E6B422"/>
            </a:solidFill>
            <a:prstDash val="solid"/>
          </a:ln>
        </p:spPr>
      </p:sp>
      <p:sp>
        <p:nvSpPr>
          <p:cNvPr id="11" name="slot1 place"/>
          <p:cNvSpPr txBox="1"/>
          <p:nvPr/>
        </p:nvSpPr>
        <p:spPr>
          <a:xfrm>
            <a:off x="11041837" y="2606040"/>
            <a:ext cx="444398" cy="44439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ar-SY" altLang="en-US" sz="1400" b="1" dirty="0">
                <a:solidFill>
                  <a:srgbClr val="0F3D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{{place1}}</a:t>
            </a:r>
            <a:endParaRPr lang="ar-SY" sz="1400" dirty="0"/>
          </a:p>
        </p:txBody>
      </p:sp>
      <p:sp>
        <p:nvSpPr>
          <p:cNvPr id="12" name="slot1 name"/>
          <p:cNvSpPr txBox="1"/>
          <p:nvPr/>
        </p:nvSpPr>
        <p:spPr>
          <a:xfrm>
            <a:off x="7743139" y="2514600"/>
            <a:ext cx="3115818" cy="6272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Y" altLang="en-US" sz="17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{{name1}}</a:t>
            </a:r>
            <a:endParaRPr lang="ar-SY" sz="1700" dirty="0"/>
          </a:p>
        </p:txBody>
      </p:sp>
      <p:sp>
        <p:nvSpPr>
          <p:cNvPr id="13" name="slot1 score"/>
          <p:cNvSpPr txBox="1"/>
          <p:nvPr/>
        </p:nvSpPr>
        <p:spPr>
          <a:xfrm>
            <a:off x="6389827" y="2514600"/>
            <a:ext cx="1216152" cy="6272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l" indent="0" marL="0">
              <a:buNone/>
            </a:pPr>
            <a:r>
              <a:rPr lang="ar-SY" altLang="en-US" sz="1400" b="1" dirty="0">
                <a:solidFill>
                  <a:srgbClr val="E6B42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{{score1}}</a:t>
            </a:r>
            <a:endParaRPr lang="ar-SY" sz="1400" dirty="0"/>
          </a:p>
        </p:txBody>
      </p:sp>
      <p:sp>
        <p:nvSpPr>
          <p:cNvPr id="14" name="slot2@1 card"/>
          <p:cNvSpPr/>
          <p:nvPr/>
        </p:nvSpPr>
        <p:spPr>
          <a:xfrm>
            <a:off x="6233008" y="3306470"/>
            <a:ext cx="5410048" cy="627278"/>
          </a:xfrm>
          <a:prstGeom prst="roundRect">
            <a:avLst>
              <a:gd name="adj" fmla="val 17493"/>
            </a:avLst>
          </a:prstGeom>
          <a:solidFill>
            <a:srgbClr val="1E664E"/>
          </a:solidFill>
          <a:ln w="19050">
            <a:solidFill>
              <a:srgbClr val="E6B422"/>
            </a:solidFill>
            <a:prstDash val="solid"/>
          </a:ln>
        </p:spPr>
      </p:sp>
      <p:sp>
        <p:nvSpPr>
          <p:cNvPr id="15" name="slot2@0 card"/>
          <p:cNvSpPr/>
          <p:nvPr/>
        </p:nvSpPr>
        <p:spPr>
          <a:xfrm>
            <a:off x="6233008" y="3306470"/>
            <a:ext cx="5410048" cy="627278"/>
          </a:xfrm>
          <a:prstGeom prst="roundRect">
            <a:avLst>
              <a:gd name="adj" fmla="val 17493"/>
            </a:avLst>
          </a:prstGeom>
          <a:solidFill>
            <a:srgbClr val="17513E"/>
          </a:solidFill>
          <a:ln w="12700">
            <a:solidFill>
              <a:srgbClr val="17513E"/>
            </a:solidFill>
            <a:prstDash val="solid"/>
          </a:ln>
        </p:spPr>
      </p:sp>
      <p:sp>
        <p:nvSpPr>
          <p:cNvPr id="16" name="slot2@1 medal"/>
          <p:cNvSpPr/>
          <p:nvPr/>
        </p:nvSpPr>
        <p:spPr>
          <a:xfrm>
            <a:off x="11041837" y="3397910"/>
            <a:ext cx="444398" cy="444398"/>
          </a:xfrm>
          <a:prstGeom prst="ellipse">
            <a:avLst/>
          </a:prstGeom>
          <a:solidFill>
            <a:srgbClr val="E6B422"/>
          </a:solidFill>
          <a:ln w="12700">
            <a:solidFill>
              <a:srgbClr val="E6B422"/>
            </a:solidFill>
            <a:prstDash val="solid"/>
          </a:ln>
        </p:spPr>
      </p:sp>
      <p:sp>
        <p:nvSpPr>
          <p:cNvPr id="17" name="slot2@2 medal"/>
          <p:cNvSpPr/>
          <p:nvPr/>
        </p:nvSpPr>
        <p:spPr>
          <a:xfrm>
            <a:off x="11041837" y="3397910"/>
            <a:ext cx="444398" cy="444398"/>
          </a:xfrm>
          <a:prstGeom prst="ellipse">
            <a:avLst/>
          </a:prstGeom>
          <a:solidFill>
            <a:srgbClr val="C9D1D3"/>
          </a:solidFill>
          <a:ln w="12700">
            <a:solidFill>
              <a:srgbClr val="C9D1D3"/>
            </a:solidFill>
            <a:prstDash val="solid"/>
          </a:ln>
        </p:spPr>
      </p:sp>
      <p:sp>
        <p:nvSpPr>
          <p:cNvPr id="18" name="slot2 place"/>
          <p:cNvSpPr txBox="1"/>
          <p:nvPr/>
        </p:nvSpPr>
        <p:spPr>
          <a:xfrm>
            <a:off x="11041837" y="3397910"/>
            <a:ext cx="444398" cy="44439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ar-SY" altLang="en-US" sz="1400" b="1" dirty="0">
                <a:solidFill>
                  <a:srgbClr val="0F3D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{{place2}}</a:t>
            </a:r>
            <a:endParaRPr lang="ar-SY" sz="1400" dirty="0"/>
          </a:p>
        </p:txBody>
      </p:sp>
      <p:sp>
        <p:nvSpPr>
          <p:cNvPr id="19" name="slot2 name"/>
          <p:cNvSpPr txBox="1"/>
          <p:nvPr/>
        </p:nvSpPr>
        <p:spPr>
          <a:xfrm>
            <a:off x="7743139" y="3306470"/>
            <a:ext cx="3115818" cy="6272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Y" altLang="en-US" sz="17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{{name2}}</a:t>
            </a:r>
            <a:endParaRPr lang="ar-SY" sz="1700" dirty="0"/>
          </a:p>
        </p:txBody>
      </p:sp>
      <p:sp>
        <p:nvSpPr>
          <p:cNvPr id="20" name="slot2 score"/>
          <p:cNvSpPr txBox="1"/>
          <p:nvPr/>
        </p:nvSpPr>
        <p:spPr>
          <a:xfrm>
            <a:off x="6389827" y="3306470"/>
            <a:ext cx="1216152" cy="6272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l" indent="0" marL="0">
              <a:buNone/>
            </a:pPr>
            <a:r>
              <a:rPr lang="ar-SY" altLang="en-US" sz="1400" b="1" dirty="0">
                <a:solidFill>
                  <a:srgbClr val="E6B42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{{score2}}</a:t>
            </a:r>
            <a:endParaRPr lang="ar-SY" sz="1400" dirty="0"/>
          </a:p>
        </p:txBody>
      </p:sp>
      <p:sp>
        <p:nvSpPr>
          <p:cNvPr id="21" name="slot3@1 card"/>
          <p:cNvSpPr/>
          <p:nvPr/>
        </p:nvSpPr>
        <p:spPr>
          <a:xfrm>
            <a:off x="6233008" y="4098341"/>
            <a:ext cx="5410048" cy="627278"/>
          </a:xfrm>
          <a:prstGeom prst="roundRect">
            <a:avLst>
              <a:gd name="adj" fmla="val 17493"/>
            </a:avLst>
          </a:prstGeom>
          <a:solidFill>
            <a:srgbClr val="1E664E"/>
          </a:solidFill>
          <a:ln w="19050">
            <a:solidFill>
              <a:srgbClr val="E6B422"/>
            </a:solidFill>
            <a:prstDash val="solid"/>
          </a:ln>
        </p:spPr>
      </p:sp>
      <p:sp>
        <p:nvSpPr>
          <p:cNvPr id="22" name="slot3@0 card"/>
          <p:cNvSpPr/>
          <p:nvPr/>
        </p:nvSpPr>
        <p:spPr>
          <a:xfrm>
            <a:off x="6233008" y="4098341"/>
            <a:ext cx="5410048" cy="627278"/>
          </a:xfrm>
          <a:prstGeom prst="roundRect">
            <a:avLst>
              <a:gd name="adj" fmla="val 17493"/>
            </a:avLst>
          </a:prstGeom>
          <a:solidFill>
            <a:srgbClr val="17513E"/>
          </a:solidFill>
          <a:ln w="12700">
            <a:solidFill>
              <a:srgbClr val="17513E"/>
            </a:solidFill>
            <a:prstDash val="solid"/>
          </a:ln>
        </p:spPr>
      </p:sp>
      <p:sp>
        <p:nvSpPr>
          <p:cNvPr id="23" name="slot3@1 medal"/>
          <p:cNvSpPr/>
          <p:nvPr/>
        </p:nvSpPr>
        <p:spPr>
          <a:xfrm>
            <a:off x="11041837" y="4189781"/>
            <a:ext cx="444398" cy="444398"/>
          </a:xfrm>
          <a:prstGeom prst="ellipse">
            <a:avLst/>
          </a:prstGeom>
          <a:solidFill>
            <a:srgbClr val="E6B422"/>
          </a:solidFill>
          <a:ln w="12700">
            <a:solidFill>
              <a:srgbClr val="E6B422"/>
            </a:solidFill>
            <a:prstDash val="solid"/>
          </a:ln>
        </p:spPr>
      </p:sp>
      <p:sp>
        <p:nvSpPr>
          <p:cNvPr id="24" name="slot3@2 medal"/>
          <p:cNvSpPr/>
          <p:nvPr/>
        </p:nvSpPr>
        <p:spPr>
          <a:xfrm>
            <a:off x="11041837" y="4189781"/>
            <a:ext cx="444398" cy="444398"/>
          </a:xfrm>
          <a:prstGeom prst="ellipse">
            <a:avLst/>
          </a:prstGeom>
          <a:solidFill>
            <a:srgbClr val="C9D1D3"/>
          </a:solidFill>
          <a:ln w="12700">
            <a:solidFill>
              <a:srgbClr val="C9D1D3"/>
            </a:solidFill>
            <a:prstDash val="solid"/>
          </a:ln>
        </p:spPr>
      </p:sp>
      <p:sp>
        <p:nvSpPr>
          <p:cNvPr id="25" name="slot3@3 medal"/>
          <p:cNvSpPr/>
          <p:nvPr/>
        </p:nvSpPr>
        <p:spPr>
          <a:xfrm>
            <a:off x="11041837" y="4189781"/>
            <a:ext cx="444398" cy="444398"/>
          </a:xfrm>
          <a:prstGeom prst="ellipse">
            <a:avLst/>
          </a:prstGeom>
          <a:solidFill>
            <a:srgbClr val="CD8A4B"/>
          </a:solidFill>
          <a:ln w="12700">
            <a:solidFill>
              <a:srgbClr val="CD8A4B"/>
            </a:solidFill>
            <a:prstDash val="solid"/>
          </a:ln>
        </p:spPr>
      </p:sp>
      <p:sp>
        <p:nvSpPr>
          <p:cNvPr id="26" name="slot3 place"/>
          <p:cNvSpPr txBox="1"/>
          <p:nvPr/>
        </p:nvSpPr>
        <p:spPr>
          <a:xfrm>
            <a:off x="11041837" y="4189781"/>
            <a:ext cx="444398" cy="44439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ar-SY" altLang="en-US" sz="1400" b="1" dirty="0">
                <a:solidFill>
                  <a:srgbClr val="0F3D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{{place3}}</a:t>
            </a:r>
            <a:endParaRPr lang="ar-SY" sz="1400" dirty="0"/>
          </a:p>
        </p:txBody>
      </p:sp>
      <p:sp>
        <p:nvSpPr>
          <p:cNvPr id="27" name="slot3 name"/>
          <p:cNvSpPr txBox="1"/>
          <p:nvPr/>
        </p:nvSpPr>
        <p:spPr>
          <a:xfrm>
            <a:off x="7743139" y="4098341"/>
            <a:ext cx="3115818" cy="6272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Y" altLang="en-US" sz="17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{{name3}}</a:t>
            </a:r>
            <a:endParaRPr lang="ar-SY" sz="1700" dirty="0"/>
          </a:p>
        </p:txBody>
      </p:sp>
      <p:sp>
        <p:nvSpPr>
          <p:cNvPr id="28" name="slot3 score"/>
          <p:cNvSpPr txBox="1"/>
          <p:nvPr/>
        </p:nvSpPr>
        <p:spPr>
          <a:xfrm>
            <a:off x="6389827" y="4098341"/>
            <a:ext cx="1216152" cy="6272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l" indent="0" marL="0">
              <a:buNone/>
            </a:pPr>
            <a:r>
              <a:rPr lang="ar-SY" altLang="en-US" sz="1400" b="1" dirty="0">
                <a:solidFill>
                  <a:srgbClr val="E6B42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{{score3}}</a:t>
            </a:r>
            <a:endParaRPr lang="ar-SY" sz="1400" dirty="0"/>
          </a:p>
        </p:txBody>
      </p:sp>
      <p:sp>
        <p:nvSpPr>
          <p:cNvPr id="29" name="slot4@1 card"/>
          <p:cNvSpPr/>
          <p:nvPr/>
        </p:nvSpPr>
        <p:spPr>
          <a:xfrm>
            <a:off x="6233008" y="4890211"/>
            <a:ext cx="5410048" cy="627278"/>
          </a:xfrm>
          <a:prstGeom prst="roundRect">
            <a:avLst>
              <a:gd name="adj" fmla="val 17493"/>
            </a:avLst>
          </a:prstGeom>
          <a:solidFill>
            <a:srgbClr val="1E664E"/>
          </a:solidFill>
          <a:ln w="19050">
            <a:solidFill>
              <a:srgbClr val="E6B422"/>
            </a:solidFill>
            <a:prstDash val="solid"/>
          </a:ln>
        </p:spPr>
      </p:sp>
      <p:sp>
        <p:nvSpPr>
          <p:cNvPr id="30" name="slot4@0 card"/>
          <p:cNvSpPr/>
          <p:nvPr/>
        </p:nvSpPr>
        <p:spPr>
          <a:xfrm>
            <a:off x="6233008" y="4890211"/>
            <a:ext cx="5410048" cy="627278"/>
          </a:xfrm>
          <a:prstGeom prst="roundRect">
            <a:avLst>
              <a:gd name="adj" fmla="val 17493"/>
            </a:avLst>
          </a:prstGeom>
          <a:solidFill>
            <a:srgbClr val="17513E"/>
          </a:solidFill>
          <a:ln w="12700">
            <a:solidFill>
              <a:srgbClr val="17513E"/>
            </a:solidFill>
            <a:prstDash val="solid"/>
          </a:ln>
        </p:spPr>
      </p:sp>
      <p:sp>
        <p:nvSpPr>
          <p:cNvPr id="31" name="slot4@1 medal"/>
          <p:cNvSpPr/>
          <p:nvPr/>
        </p:nvSpPr>
        <p:spPr>
          <a:xfrm>
            <a:off x="11041837" y="4981651"/>
            <a:ext cx="444398" cy="444398"/>
          </a:xfrm>
          <a:prstGeom prst="ellipse">
            <a:avLst/>
          </a:prstGeom>
          <a:solidFill>
            <a:srgbClr val="E6B422"/>
          </a:solidFill>
          <a:ln w="12700">
            <a:solidFill>
              <a:srgbClr val="E6B422"/>
            </a:solidFill>
            <a:prstDash val="solid"/>
          </a:ln>
        </p:spPr>
      </p:sp>
      <p:sp>
        <p:nvSpPr>
          <p:cNvPr id="32" name="slot4@2 medal"/>
          <p:cNvSpPr/>
          <p:nvPr/>
        </p:nvSpPr>
        <p:spPr>
          <a:xfrm>
            <a:off x="11041837" y="4981651"/>
            <a:ext cx="444398" cy="444398"/>
          </a:xfrm>
          <a:prstGeom prst="ellipse">
            <a:avLst/>
          </a:prstGeom>
          <a:solidFill>
            <a:srgbClr val="C9D1D3"/>
          </a:solidFill>
          <a:ln w="12700">
            <a:solidFill>
              <a:srgbClr val="C9D1D3"/>
            </a:solidFill>
            <a:prstDash val="solid"/>
          </a:ln>
        </p:spPr>
      </p:sp>
      <p:sp>
        <p:nvSpPr>
          <p:cNvPr id="33" name="slot4@3 medal"/>
          <p:cNvSpPr/>
          <p:nvPr/>
        </p:nvSpPr>
        <p:spPr>
          <a:xfrm>
            <a:off x="11041837" y="4981651"/>
            <a:ext cx="444398" cy="444398"/>
          </a:xfrm>
          <a:prstGeom prst="ellipse">
            <a:avLst/>
          </a:prstGeom>
          <a:solidFill>
            <a:srgbClr val="CD8A4B"/>
          </a:solidFill>
          <a:ln w="12700">
            <a:solidFill>
              <a:srgbClr val="CD8A4B"/>
            </a:solidFill>
            <a:prstDash val="solid"/>
          </a:ln>
        </p:spPr>
      </p:sp>
      <p:sp>
        <p:nvSpPr>
          <p:cNvPr id="34" name="slot4@0 medal"/>
          <p:cNvSpPr/>
          <p:nvPr/>
        </p:nvSpPr>
        <p:spPr>
          <a:xfrm>
            <a:off x="11041837" y="4981651"/>
            <a:ext cx="444398" cy="444398"/>
          </a:xfrm>
          <a:prstGeom prst="ellipse">
            <a:avLst/>
          </a:prstGeom>
          <a:solidFill>
            <a:srgbClr val="A9CDBC"/>
          </a:solidFill>
          <a:ln w="12700">
            <a:solidFill>
              <a:srgbClr val="A9CDBC"/>
            </a:solidFill>
            <a:prstDash val="solid"/>
          </a:ln>
        </p:spPr>
      </p:sp>
      <p:sp>
        <p:nvSpPr>
          <p:cNvPr id="35" name="slot4 place"/>
          <p:cNvSpPr txBox="1"/>
          <p:nvPr/>
        </p:nvSpPr>
        <p:spPr>
          <a:xfrm>
            <a:off x="11041837" y="4981651"/>
            <a:ext cx="444398" cy="44439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ar-SY" altLang="en-US" sz="1400" b="1" dirty="0">
                <a:solidFill>
                  <a:srgbClr val="0F3D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{{place4}}</a:t>
            </a:r>
            <a:endParaRPr lang="ar-SY" sz="1400" dirty="0"/>
          </a:p>
        </p:txBody>
      </p:sp>
      <p:sp>
        <p:nvSpPr>
          <p:cNvPr id="36" name="slot4 name"/>
          <p:cNvSpPr txBox="1"/>
          <p:nvPr/>
        </p:nvSpPr>
        <p:spPr>
          <a:xfrm>
            <a:off x="7743139" y="4890211"/>
            <a:ext cx="3115818" cy="6272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Y" altLang="en-US" sz="17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{{name4}}</a:t>
            </a:r>
            <a:endParaRPr lang="ar-SY" sz="1700" dirty="0"/>
          </a:p>
        </p:txBody>
      </p:sp>
      <p:sp>
        <p:nvSpPr>
          <p:cNvPr id="37" name="slot4 score"/>
          <p:cNvSpPr txBox="1"/>
          <p:nvPr/>
        </p:nvSpPr>
        <p:spPr>
          <a:xfrm>
            <a:off x="6389827" y="4890211"/>
            <a:ext cx="1216152" cy="6272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l" indent="0" marL="0">
              <a:buNone/>
            </a:pPr>
            <a:r>
              <a:rPr lang="ar-SY" altLang="en-US" sz="1400" b="1" dirty="0">
                <a:solidFill>
                  <a:srgbClr val="E6B42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{{score4}}</a:t>
            </a:r>
            <a:endParaRPr lang="ar-SY" sz="1400" dirty="0"/>
          </a:p>
        </p:txBody>
      </p:sp>
      <p:sp>
        <p:nvSpPr>
          <p:cNvPr id="38" name="slot5@1 card"/>
          <p:cNvSpPr/>
          <p:nvPr/>
        </p:nvSpPr>
        <p:spPr>
          <a:xfrm>
            <a:off x="6233008" y="5682082"/>
            <a:ext cx="5410048" cy="627278"/>
          </a:xfrm>
          <a:prstGeom prst="roundRect">
            <a:avLst>
              <a:gd name="adj" fmla="val 17493"/>
            </a:avLst>
          </a:prstGeom>
          <a:solidFill>
            <a:srgbClr val="1E664E"/>
          </a:solidFill>
          <a:ln w="19050">
            <a:solidFill>
              <a:srgbClr val="E6B422"/>
            </a:solidFill>
            <a:prstDash val="solid"/>
          </a:ln>
        </p:spPr>
      </p:sp>
      <p:sp>
        <p:nvSpPr>
          <p:cNvPr id="39" name="slot5@0 card"/>
          <p:cNvSpPr/>
          <p:nvPr/>
        </p:nvSpPr>
        <p:spPr>
          <a:xfrm>
            <a:off x="6233008" y="5682082"/>
            <a:ext cx="5410048" cy="627278"/>
          </a:xfrm>
          <a:prstGeom prst="roundRect">
            <a:avLst>
              <a:gd name="adj" fmla="val 17493"/>
            </a:avLst>
          </a:prstGeom>
          <a:solidFill>
            <a:srgbClr val="17513E"/>
          </a:solidFill>
          <a:ln w="12700">
            <a:solidFill>
              <a:srgbClr val="17513E"/>
            </a:solidFill>
            <a:prstDash val="solid"/>
          </a:ln>
        </p:spPr>
      </p:sp>
      <p:sp>
        <p:nvSpPr>
          <p:cNvPr id="40" name="slot5@1 medal"/>
          <p:cNvSpPr/>
          <p:nvPr/>
        </p:nvSpPr>
        <p:spPr>
          <a:xfrm>
            <a:off x="11041837" y="5773522"/>
            <a:ext cx="444398" cy="444398"/>
          </a:xfrm>
          <a:prstGeom prst="ellipse">
            <a:avLst/>
          </a:prstGeom>
          <a:solidFill>
            <a:srgbClr val="E6B422"/>
          </a:solidFill>
          <a:ln w="12700">
            <a:solidFill>
              <a:srgbClr val="E6B422"/>
            </a:solidFill>
            <a:prstDash val="solid"/>
          </a:ln>
        </p:spPr>
      </p:sp>
      <p:sp>
        <p:nvSpPr>
          <p:cNvPr id="41" name="slot5@2 medal"/>
          <p:cNvSpPr/>
          <p:nvPr/>
        </p:nvSpPr>
        <p:spPr>
          <a:xfrm>
            <a:off x="11041837" y="5773522"/>
            <a:ext cx="444398" cy="444398"/>
          </a:xfrm>
          <a:prstGeom prst="ellipse">
            <a:avLst/>
          </a:prstGeom>
          <a:solidFill>
            <a:srgbClr val="C9D1D3"/>
          </a:solidFill>
          <a:ln w="12700">
            <a:solidFill>
              <a:srgbClr val="C9D1D3"/>
            </a:solidFill>
            <a:prstDash val="solid"/>
          </a:ln>
        </p:spPr>
      </p:sp>
      <p:sp>
        <p:nvSpPr>
          <p:cNvPr id="42" name="slot5@3 medal"/>
          <p:cNvSpPr/>
          <p:nvPr/>
        </p:nvSpPr>
        <p:spPr>
          <a:xfrm>
            <a:off x="11041837" y="5773522"/>
            <a:ext cx="444398" cy="444398"/>
          </a:xfrm>
          <a:prstGeom prst="ellipse">
            <a:avLst/>
          </a:prstGeom>
          <a:solidFill>
            <a:srgbClr val="CD8A4B"/>
          </a:solidFill>
          <a:ln w="12700">
            <a:solidFill>
              <a:srgbClr val="CD8A4B"/>
            </a:solidFill>
            <a:prstDash val="solid"/>
          </a:ln>
        </p:spPr>
      </p:sp>
      <p:sp>
        <p:nvSpPr>
          <p:cNvPr id="43" name="slot5@0 medal"/>
          <p:cNvSpPr/>
          <p:nvPr/>
        </p:nvSpPr>
        <p:spPr>
          <a:xfrm>
            <a:off x="11041837" y="5773522"/>
            <a:ext cx="444398" cy="444398"/>
          </a:xfrm>
          <a:prstGeom prst="ellipse">
            <a:avLst/>
          </a:prstGeom>
          <a:solidFill>
            <a:srgbClr val="A9CDBC"/>
          </a:solidFill>
          <a:ln w="12700">
            <a:solidFill>
              <a:srgbClr val="A9CDBC"/>
            </a:solidFill>
            <a:prstDash val="solid"/>
          </a:ln>
        </p:spPr>
      </p:sp>
      <p:sp>
        <p:nvSpPr>
          <p:cNvPr id="44" name="slot5 place"/>
          <p:cNvSpPr txBox="1"/>
          <p:nvPr/>
        </p:nvSpPr>
        <p:spPr>
          <a:xfrm>
            <a:off x="11041837" y="5773522"/>
            <a:ext cx="444398" cy="44439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ar-SY" altLang="en-US" sz="1400" b="1" dirty="0">
                <a:solidFill>
                  <a:srgbClr val="0F3D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{{place5}}</a:t>
            </a:r>
            <a:endParaRPr lang="ar-SY" sz="1400" dirty="0"/>
          </a:p>
        </p:txBody>
      </p:sp>
      <p:sp>
        <p:nvSpPr>
          <p:cNvPr id="45" name="slot5 name"/>
          <p:cNvSpPr txBox="1"/>
          <p:nvPr/>
        </p:nvSpPr>
        <p:spPr>
          <a:xfrm>
            <a:off x="7743139" y="5682082"/>
            <a:ext cx="3115818" cy="6272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Y" altLang="en-US" sz="17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{{name5}}</a:t>
            </a:r>
            <a:endParaRPr lang="ar-SY" sz="1700" dirty="0"/>
          </a:p>
        </p:txBody>
      </p:sp>
      <p:sp>
        <p:nvSpPr>
          <p:cNvPr id="46" name="slot5 score"/>
          <p:cNvSpPr txBox="1"/>
          <p:nvPr/>
        </p:nvSpPr>
        <p:spPr>
          <a:xfrm>
            <a:off x="6389827" y="5682082"/>
            <a:ext cx="1216152" cy="6272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l" indent="0" marL="0">
              <a:buNone/>
            </a:pPr>
            <a:r>
              <a:rPr lang="ar-SY" altLang="en-US" sz="1400" b="1" dirty="0">
                <a:solidFill>
                  <a:srgbClr val="E6B42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{{score5}}</a:t>
            </a:r>
            <a:endParaRPr lang="ar-SY" sz="1400" dirty="0"/>
          </a:p>
        </p:txBody>
      </p:sp>
      <p:sp>
        <p:nvSpPr>
          <p:cNvPr id="47" name="slot6@1 card"/>
          <p:cNvSpPr/>
          <p:nvPr/>
        </p:nvSpPr>
        <p:spPr>
          <a:xfrm>
            <a:off x="548640" y="2514600"/>
            <a:ext cx="5410048" cy="627278"/>
          </a:xfrm>
          <a:prstGeom prst="roundRect">
            <a:avLst>
              <a:gd name="adj" fmla="val 17493"/>
            </a:avLst>
          </a:prstGeom>
          <a:solidFill>
            <a:srgbClr val="1E664E"/>
          </a:solidFill>
          <a:ln w="19050">
            <a:solidFill>
              <a:srgbClr val="E6B422"/>
            </a:solidFill>
            <a:prstDash val="solid"/>
          </a:ln>
        </p:spPr>
      </p:sp>
      <p:sp>
        <p:nvSpPr>
          <p:cNvPr id="48" name="slot6@0 card"/>
          <p:cNvSpPr/>
          <p:nvPr/>
        </p:nvSpPr>
        <p:spPr>
          <a:xfrm>
            <a:off x="548640" y="2514600"/>
            <a:ext cx="5410048" cy="627278"/>
          </a:xfrm>
          <a:prstGeom prst="roundRect">
            <a:avLst>
              <a:gd name="adj" fmla="val 17493"/>
            </a:avLst>
          </a:prstGeom>
          <a:solidFill>
            <a:srgbClr val="17513E"/>
          </a:solidFill>
          <a:ln w="12700">
            <a:solidFill>
              <a:srgbClr val="17513E"/>
            </a:solidFill>
            <a:prstDash val="solid"/>
          </a:ln>
        </p:spPr>
      </p:sp>
      <p:sp>
        <p:nvSpPr>
          <p:cNvPr id="49" name="slot6@1 medal"/>
          <p:cNvSpPr/>
          <p:nvPr/>
        </p:nvSpPr>
        <p:spPr>
          <a:xfrm>
            <a:off x="5357470" y="2606040"/>
            <a:ext cx="444398" cy="444398"/>
          </a:xfrm>
          <a:prstGeom prst="ellipse">
            <a:avLst/>
          </a:prstGeom>
          <a:solidFill>
            <a:srgbClr val="E6B422"/>
          </a:solidFill>
          <a:ln w="12700">
            <a:solidFill>
              <a:srgbClr val="E6B422"/>
            </a:solidFill>
            <a:prstDash val="solid"/>
          </a:ln>
        </p:spPr>
      </p:sp>
      <p:sp>
        <p:nvSpPr>
          <p:cNvPr id="50" name="slot6@2 medal"/>
          <p:cNvSpPr/>
          <p:nvPr/>
        </p:nvSpPr>
        <p:spPr>
          <a:xfrm>
            <a:off x="5357470" y="2606040"/>
            <a:ext cx="444398" cy="444398"/>
          </a:xfrm>
          <a:prstGeom prst="ellipse">
            <a:avLst/>
          </a:prstGeom>
          <a:solidFill>
            <a:srgbClr val="C9D1D3"/>
          </a:solidFill>
          <a:ln w="12700">
            <a:solidFill>
              <a:srgbClr val="C9D1D3"/>
            </a:solidFill>
            <a:prstDash val="solid"/>
          </a:ln>
        </p:spPr>
      </p:sp>
      <p:sp>
        <p:nvSpPr>
          <p:cNvPr id="51" name="slot6@3 medal"/>
          <p:cNvSpPr/>
          <p:nvPr/>
        </p:nvSpPr>
        <p:spPr>
          <a:xfrm>
            <a:off x="5357470" y="2606040"/>
            <a:ext cx="444398" cy="444398"/>
          </a:xfrm>
          <a:prstGeom prst="ellipse">
            <a:avLst/>
          </a:prstGeom>
          <a:solidFill>
            <a:srgbClr val="CD8A4B"/>
          </a:solidFill>
          <a:ln w="12700">
            <a:solidFill>
              <a:srgbClr val="CD8A4B"/>
            </a:solidFill>
            <a:prstDash val="solid"/>
          </a:ln>
        </p:spPr>
      </p:sp>
      <p:sp>
        <p:nvSpPr>
          <p:cNvPr id="52" name="slot6@0 medal"/>
          <p:cNvSpPr/>
          <p:nvPr/>
        </p:nvSpPr>
        <p:spPr>
          <a:xfrm>
            <a:off x="5357470" y="2606040"/>
            <a:ext cx="444398" cy="444398"/>
          </a:xfrm>
          <a:prstGeom prst="ellipse">
            <a:avLst/>
          </a:prstGeom>
          <a:solidFill>
            <a:srgbClr val="A9CDBC"/>
          </a:solidFill>
          <a:ln w="12700">
            <a:solidFill>
              <a:srgbClr val="A9CDBC"/>
            </a:solidFill>
            <a:prstDash val="solid"/>
          </a:ln>
        </p:spPr>
      </p:sp>
      <p:sp>
        <p:nvSpPr>
          <p:cNvPr id="53" name="slot6 place"/>
          <p:cNvSpPr txBox="1"/>
          <p:nvPr/>
        </p:nvSpPr>
        <p:spPr>
          <a:xfrm>
            <a:off x="5357470" y="2606040"/>
            <a:ext cx="444398" cy="44439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ar-SY" altLang="en-US" sz="1400" b="1" dirty="0">
                <a:solidFill>
                  <a:srgbClr val="0F3D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{{place6}}</a:t>
            </a:r>
            <a:endParaRPr lang="ar-SY" sz="1400" dirty="0"/>
          </a:p>
        </p:txBody>
      </p:sp>
      <p:sp>
        <p:nvSpPr>
          <p:cNvPr id="54" name="slot6 name"/>
          <p:cNvSpPr txBox="1"/>
          <p:nvPr/>
        </p:nvSpPr>
        <p:spPr>
          <a:xfrm>
            <a:off x="2058772" y="2514600"/>
            <a:ext cx="3115818" cy="6272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Y" altLang="en-US" sz="17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{{name6}}</a:t>
            </a:r>
            <a:endParaRPr lang="ar-SY" sz="1700" dirty="0"/>
          </a:p>
        </p:txBody>
      </p:sp>
      <p:sp>
        <p:nvSpPr>
          <p:cNvPr id="55" name="slot6 score"/>
          <p:cNvSpPr txBox="1"/>
          <p:nvPr/>
        </p:nvSpPr>
        <p:spPr>
          <a:xfrm>
            <a:off x="705460" y="2514600"/>
            <a:ext cx="1216152" cy="6272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l" indent="0" marL="0">
              <a:buNone/>
            </a:pPr>
            <a:r>
              <a:rPr lang="ar-SY" altLang="en-US" sz="1400" b="1" dirty="0">
                <a:solidFill>
                  <a:srgbClr val="E6B42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{{score6}}</a:t>
            </a:r>
            <a:endParaRPr lang="ar-SY" sz="1400" dirty="0"/>
          </a:p>
        </p:txBody>
      </p:sp>
      <p:sp>
        <p:nvSpPr>
          <p:cNvPr id="56" name="slot7@1 card"/>
          <p:cNvSpPr/>
          <p:nvPr/>
        </p:nvSpPr>
        <p:spPr>
          <a:xfrm>
            <a:off x="548640" y="3306470"/>
            <a:ext cx="5410048" cy="627278"/>
          </a:xfrm>
          <a:prstGeom prst="roundRect">
            <a:avLst>
              <a:gd name="adj" fmla="val 17493"/>
            </a:avLst>
          </a:prstGeom>
          <a:solidFill>
            <a:srgbClr val="1E664E"/>
          </a:solidFill>
          <a:ln w="19050">
            <a:solidFill>
              <a:srgbClr val="E6B422"/>
            </a:solidFill>
            <a:prstDash val="solid"/>
          </a:ln>
        </p:spPr>
      </p:sp>
      <p:sp>
        <p:nvSpPr>
          <p:cNvPr id="57" name="slot7@0 card"/>
          <p:cNvSpPr/>
          <p:nvPr/>
        </p:nvSpPr>
        <p:spPr>
          <a:xfrm>
            <a:off x="548640" y="3306470"/>
            <a:ext cx="5410048" cy="627278"/>
          </a:xfrm>
          <a:prstGeom prst="roundRect">
            <a:avLst>
              <a:gd name="adj" fmla="val 17493"/>
            </a:avLst>
          </a:prstGeom>
          <a:solidFill>
            <a:srgbClr val="17513E"/>
          </a:solidFill>
          <a:ln w="12700">
            <a:solidFill>
              <a:srgbClr val="17513E"/>
            </a:solidFill>
            <a:prstDash val="solid"/>
          </a:ln>
        </p:spPr>
      </p:sp>
      <p:sp>
        <p:nvSpPr>
          <p:cNvPr id="58" name="slot7@1 medal"/>
          <p:cNvSpPr/>
          <p:nvPr/>
        </p:nvSpPr>
        <p:spPr>
          <a:xfrm>
            <a:off x="5357470" y="3397910"/>
            <a:ext cx="444398" cy="444398"/>
          </a:xfrm>
          <a:prstGeom prst="ellipse">
            <a:avLst/>
          </a:prstGeom>
          <a:solidFill>
            <a:srgbClr val="E6B422"/>
          </a:solidFill>
          <a:ln w="12700">
            <a:solidFill>
              <a:srgbClr val="E6B422"/>
            </a:solidFill>
            <a:prstDash val="solid"/>
          </a:ln>
        </p:spPr>
      </p:sp>
      <p:sp>
        <p:nvSpPr>
          <p:cNvPr id="59" name="slot7@2 medal"/>
          <p:cNvSpPr/>
          <p:nvPr/>
        </p:nvSpPr>
        <p:spPr>
          <a:xfrm>
            <a:off x="5357470" y="3397910"/>
            <a:ext cx="444398" cy="444398"/>
          </a:xfrm>
          <a:prstGeom prst="ellipse">
            <a:avLst/>
          </a:prstGeom>
          <a:solidFill>
            <a:srgbClr val="C9D1D3"/>
          </a:solidFill>
          <a:ln w="12700">
            <a:solidFill>
              <a:srgbClr val="C9D1D3"/>
            </a:solidFill>
            <a:prstDash val="solid"/>
          </a:ln>
        </p:spPr>
      </p:sp>
      <p:sp>
        <p:nvSpPr>
          <p:cNvPr id="60" name="slot7@3 medal"/>
          <p:cNvSpPr/>
          <p:nvPr/>
        </p:nvSpPr>
        <p:spPr>
          <a:xfrm>
            <a:off x="5357470" y="3397910"/>
            <a:ext cx="444398" cy="444398"/>
          </a:xfrm>
          <a:prstGeom prst="ellipse">
            <a:avLst/>
          </a:prstGeom>
          <a:solidFill>
            <a:srgbClr val="CD8A4B"/>
          </a:solidFill>
          <a:ln w="12700">
            <a:solidFill>
              <a:srgbClr val="CD8A4B"/>
            </a:solidFill>
            <a:prstDash val="solid"/>
          </a:ln>
        </p:spPr>
      </p:sp>
      <p:sp>
        <p:nvSpPr>
          <p:cNvPr id="61" name="slot7@0 medal"/>
          <p:cNvSpPr/>
          <p:nvPr/>
        </p:nvSpPr>
        <p:spPr>
          <a:xfrm>
            <a:off x="5357470" y="3397910"/>
            <a:ext cx="444398" cy="444398"/>
          </a:xfrm>
          <a:prstGeom prst="ellipse">
            <a:avLst/>
          </a:prstGeom>
          <a:solidFill>
            <a:srgbClr val="A9CDBC"/>
          </a:solidFill>
          <a:ln w="12700">
            <a:solidFill>
              <a:srgbClr val="A9CDBC"/>
            </a:solidFill>
            <a:prstDash val="solid"/>
          </a:ln>
        </p:spPr>
      </p:sp>
      <p:sp>
        <p:nvSpPr>
          <p:cNvPr id="62" name="slot7 place"/>
          <p:cNvSpPr txBox="1"/>
          <p:nvPr/>
        </p:nvSpPr>
        <p:spPr>
          <a:xfrm>
            <a:off x="5357470" y="3397910"/>
            <a:ext cx="444398" cy="44439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ar-SY" altLang="en-US" sz="1400" b="1" dirty="0">
                <a:solidFill>
                  <a:srgbClr val="0F3D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{{place7}}</a:t>
            </a:r>
            <a:endParaRPr lang="ar-SY" sz="1400" dirty="0"/>
          </a:p>
        </p:txBody>
      </p:sp>
      <p:sp>
        <p:nvSpPr>
          <p:cNvPr id="63" name="slot7 name"/>
          <p:cNvSpPr txBox="1"/>
          <p:nvPr/>
        </p:nvSpPr>
        <p:spPr>
          <a:xfrm>
            <a:off x="2058772" y="3306470"/>
            <a:ext cx="3115818" cy="6272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Y" altLang="en-US" sz="17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{{name7}}</a:t>
            </a:r>
            <a:endParaRPr lang="ar-SY" sz="1700" dirty="0"/>
          </a:p>
        </p:txBody>
      </p:sp>
      <p:sp>
        <p:nvSpPr>
          <p:cNvPr id="64" name="slot7 score"/>
          <p:cNvSpPr txBox="1"/>
          <p:nvPr/>
        </p:nvSpPr>
        <p:spPr>
          <a:xfrm>
            <a:off x="705460" y="3306470"/>
            <a:ext cx="1216152" cy="6272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l" indent="0" marL="0">
              <a:buNone/>
            </a:pPr>
            <a:r>
              <a:rPr lang="ar-SY" altLang="en-US" sz="1400" b="1" dirty="0">
                <a:solidFill>
                  <a:srgbClr val="E6B42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{{score7}}</a:t>
            </a:r>
            <a:endParaRPr lang="ar-SY" sz="1400" dirty="0"/>
          </a:p>
        </p:txBody>
      </p:sp>
      <p:sp>
        <p:nvSpPr>
          <p:cNvPr id="65" name="slot8@1 card"/>
          <p:cNvSpPr/>
          <p:nvPr/>
        </p:nvSpPr>
        <p:spPr>
          <a:xfrm>
            <a:off x="548640" y="4098341"/>
            <a:ext cx="5410048" cy="627278"/>
          </a:xfrm>
          <a:prstGeom prst="roundRect">
            <a:avLst>
              <a:gd name="adj" fmla="val 17493"/>
            </a:avLst>
          </a:prstGeom>
          <a:solidFill>
            <a:srgbClr val="1E664E"/>
          </a:solidFill>
          <a:ln w="19050">
            <a:solidFill>
              <a:srgbClr val="E6B422"/>
            </a:solidFill>
            <a:prstDash val="solid"/>
          </a:ln>
        </p:spPr>
      </p:sp>
      <p:sp>
        <p:nvSpPr>
          <p:cNvPr id="66" name="slot8@0 card"/>
          <p:cNvSpPr/>
          <p:nvPr/>
        </p:nvSpPr>
        <p:spPr>
          <a:xfrm>
            <a:off x="548640" y="4098341"/>
            <a:ext cx="5410048" cy="627278"/>
          </a:xfrm>
          <a:prstGeom prst="roundRect">
            <a:avLst>
              <a:gd name="adj" fmla="val 17493"/>
            </a:avLst>
          </a:prstGeom>
          <a:solidFill>
            <a:srgbClr val="17513E"/>
          </a:solidFill>
          <a:ln w="12700">
            <a:solidFill>
              <a:srgbClr val="17513E"/>
            </a:solidFill>
            <a:prstDash val="solid"/>
          </a:ln>
        </p:spPr>
      </p:sp>
      <p:sp>
        <p:nvSpPr>
          <p:cNvPr id="67" name="slot8@1 medal"/>
          <p:cNvSpPr/>
          <p:nvPr/>
        </p:nvSpPr>
        <p:spPr>
          <a:xfrm>
            <a:off x="5357470" y="4189781"/>
            <a:ext cx="444398" cy="444398"/>
          </a:xfrm>
          <a:prstGeom prst="ellipse">
            <a:avLst/>
          </a:prstGeom>
          <a:solidFill>
            <a:srgbClr val="E6B422"/>
          </a:solidFill>
          <a:ln w="12700">
            <a:solidFill>
              <a:srgbClr val="E6B422"/>
            </a:solidFill>
            <a:prstDash val="solid"/>
          </a:ln>
        </p:spPr>
      </p:sp>
      <p:sp>
        <p:nvSpPr>
          <p:cNvPr id="68" name="slot8@2 medal"/>
          <p:cNvSpPr/>
          <p:nvPr/>
        </p:nvSpPr>
        <p:spPr>
          <a:xfrm>
            <a:off x="5357470" y="4189781"/>
            <a:ext cx="444398" cy="444398"/>
          </a:xfrm>
          <a:prstGeom prst="ellipse">
            <a:avLst/>
          </a:prstGeom>
          <a:solidFill>
            <a:srgbClr val="C9D1D3"/>
          </a:solidFill>
          <a:ln w="12700">
            <a:solidFill>
              <a:srgbClr val="C9D1D3"/>
            </a:solidFill>
            <a:prstDash val="solid"/>
          </a:ln>
        </p:spPr>
      </p:sp>
      <p:sp>
        <p:nvSpPr>
          <p:cNvPr id="69" name="slot8@3 medal"/>
          <p:cNvSpPr/>
          <p:nvPr/>
        </p:nvSpPr>
        <p:spPr>
          <a:xfrm>
            <a:off x="5357470" y="4189781"/>
            <a:ext cx="444398" cy="444398"/>
          </a:xfrm>
          <a:prstGeom prst="ellipse">
            <a:avLst/>
          </a:prstGeom>
          <a:solidFill>
            <a:srgbClr val="CD8A4B"/>
          </a:solidFill>
          <a:ln w="12700">
            <a:solidFill>
              <a:srgbClr val="CD8A4B"/>
            </a:solidFill>
            <a:prstDash val="solid"/>
          </a:ln>
        </p:spPr>
      </p:sp>
      <p:sp>
        <p:nvSpPr>
          <p:cNvPr id="70" name="slot8@0 medal"/>
          <p:cNvSpPr/>
          <p:nvPr/>
        </p:nvSpPr>
        <p:spPr>
          <a:xfrm>
            <a:off x="5357470" y="4189781"/>
            <a:ext cx="444398" cy="444398"/>
          </a:xfrm>
          <a:prstGeom prst="ellipse">
            <a:avLst/>
          </a:prstGeom>
          <a:solidFill>
            <a:srgbClr val="A9CDBC"/>
          </a:solidFill>
          <a:ln w="12700">
            <a:solidFill>
              <a:srgbClr val="A9CDBC"/>
            </a:solidFill>
            <a:prstDash val="solid"/>
          </a:ln>
        </p:spPr>
      </p:sp>
      <p:sp>
        <p:nvSpPr>
          <p:cNvPr id="71" name="slot8 place"/>
          <p:cNvSpPr txBox="1"/>
          <p:nvPr/>
        </p:nvSpPr>
        <p:spPr>
          <a:xfrm>
            <a:off x="5357470" y="4189781"/>
            <a:ext cx="444398" cy="44439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ar-SY" altLang="en-US" sz="1400" b="1" dirty="0">
                <a:solidFill>
                  <a:srgbClr val="0F3D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{{place8}}</a:t>
            </a:r>
            <a:endParaRPr lang="ar-SY" sz="1400" dirty="0"/>
          </a:p>
        </p:txBody>
      </p:sp>
      <p:sp>
        <p:nvSpPr>
          <p:cNvPr id="72" name="slot8 name"/>
          <p:cNvSpPr txBox="1"/>
          <p:nvPr/>
        </p:nvSpPr>
        <p:spPr>
          <a:xfrm>
            <a:off x="2058772" y="4098341"/>
            <a:ext cx="3115818" cy="6272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Y" altLang="en-US" sz="17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{{name8}}</a:t>
            </a:r>
            <a:endParaRPr lang="ar-SY" sz="1700" dirty="0"/>
          </a:p>
        </p:txBody>
      </p:sp>
      <p:sp>
        <p:nvSpPr>
          <p:cNvPr id="73" name="slot8 score"/>
          <p:cNvSpPr txBox="1"/>
          <p:nvPr/>
        </p:nvSpPr>
        <p:spPr>
          <a:xfrm>
            <a:off x="705460" y="4098341"/>
            <a:ext cx="1216152" cy="6272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l" indent="0" marL="0">
              <a:buNone/>
            </a:pPr>
            <a:r>
              <a:rPr lang="ar-SY" altLang="en-US" sz="1400" b="1" dirty="0">
                <a:solidFill>
                  <a:srgbClr val="E6B42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{{score8}}</a:t>
            </a:r>
            <a:endParaRPr lang="ar-SY" sz="1400" dirty="0"/>
          </a:p>
        </p:txBody>
      </p:sp>
      <p:sp>
        <p:nvSpPr>
          <p:cNvPr id="74" name="slot9@1 card"/>
          <p:cNvSpPr/>
          <p:nvPr/>
        </p:nvSpPr>
        <p:spPr>
          <a:xfrm>
            <a:off x="548640" y="4890211"/>
            <a:ext cx="5410048" cy="627278"/>
          </a:xfrm>
          <a:prstGeom prst="roundRect">
            <a:avLst>
              <a:gd name="adj" fmla="val 17493"/>
            </a:avLst>
          </a:prstGeom>
          <a:solidFill>
            <a:srgbClr val="1E664E"/>
          </a:solidFill>
          <a:ln w="19050">
            <a:solidFill>
              <a:srgbClr val="E6B422"/>
            </a:solidFill>
            <a:prstDash val="solid"/>
          </a:ln>
        </p:spPr>
      </p:sp>
      <p:sp>
        <p:nvSpPr>
          <p:cNvPr id="75" name="slot9@0 card"/>
          <p:cNvSpPr/>
          <p:nvPr/>
        </p:nvSpPr>
        <p:spPr>
          <a:xfrm>
            <a:off x="548640" y="4890211"/>
            <a:ext cx="5410048" cy="627278"/>
          </a:xfrm>
          <a:prstGeom prst="roundRect">
            <a:avLst>
              <a:gd name="adj" fmla="val 17493"/>
            </a:avLst>
          </a:prstGeom>
          <a:solidFill>
            <a:srgbClr val="17513E"/>
          </a:solidFill>
          <a:ln w="12700">
            <a:solidFill>
              <a:srgbClr val="17513E"/>
            </a:solidFill>
            <a:prstDash val="solid"/>
          </a:ln>
        </p:spPr>
      </p:sp>
      <p:sp>
        <p:nvSpPr>
          <p:cNvPr id="76" name="slot9@1 medal"/>
          <p:cNvSpPr/>
          <p:nvPr/>
        </p:nvSpPr>
        <p:spPr>
          <a:xfrm>
            <a:off x="5357470" y="4981651"/>
            <a:ext cx="444398" cy="444398"/>
          </a:xfrm>
          <a:prstGeom prst="ellipse">
            <a:avLst/>
          </a:prstGeom>
          <a:solidFill>
            <a:srgbClr val="E6B422"/>
          </a:solidFill>
          <a:ln w="12700">
            <a:solidFill>
              <a:srgbClr val="E6B422"/>
            </a:solidFill>
            <a:prstDash val="solid"/>
          </a:ln>
        </p:spPr>
      </p:sp>
      <p:sp>
        <p:nvSpPr>
          <p:cNvPr id="77" name="slot9@2 medal"/>
          <p:cNvSpPr/>
          <p:nvPr/>
        </p:nvSpPr>
        <p:spPr>
          <a:xfrm>
            <a:off x="5357470" y="4981651"/>
            <a:ext cx="444398" cy="444398"/>
          </a:xfrm>
          <a:prstGeom prst="ellipse">
            <a:avLst/>
          </a:prstGeom>
          <a:solidFill>
            <a:srgbClr val="C9D1D3"/>
          </a:solidFill>
          <a:ln w="12700">
            <a:solidFill>
              <a:srgbClr val="C9D1D3"/>
            </a:solidFill>
            <a:prstDash val="solid"/>
          </a:ln>
        </p:spPr>
      </p:sp>
      <p:sp>
        <p:nvSpPr>
          <p:cNvPr id="78" name="slot9@3 medal"/>
          <p:cNvSpPr/>
          <p:nvPr/>
        </p:nvSpPr>
        <p:spPr>
          <a:xfrm>
            <a:off x="5357470" y="4981651"/>
            <a:ext cx="444398" cy="444398"/>
          </a:xfrm>
          <a:prstGeom prst="ellipse">
            <a:avLst/>
          </a:prstGeom>
          <a:solidFill>
            <a:srgbClr val="CD8A4B"/>
          </a:solidFill>
          <a:ln w="12700">
            <a:solidFill>
              <a:srgbClr val="CD8A4B"/>
            </a:solidFill>
            <a:prstDash val="solid"/>
          </a:ln>
        </p:spPr>
      </p:sp>
      <p:sp>
        <p:nvSpPr>
          <p:cNvPr id="79" name="slot9@0 medal"/>
          <p:cNvSpPr/>
          <p:nvPr/>
        </p:nvSpPr>
        <p:spPr>
          <a:xfrm>
            <a:off x="5357470" y="4981651"/>
            <a:ext cx="444398" cy="444398"/>
          </a:xfrm>
          <a:prstGeom prst="ellipse">
            <a:avLst/>
          </a:prstGeom>
          <a:solidFill>
            <a:srgbClr val="A9CDBC"/>
          </a:solidFill>
          <a:ln w="12700">
            <a:solidFill>
              <a:srgbClr val="A9CDBC"/>
            </a:solidFill>
            <a:prstDash val="solid"/>
          </a:ln>
        </p:spPr>
      </p:sp>
      <p:sp>
        <p:nvSpPr>
          <p:cNvPr id="80" name="slot9 place"/>
          <p:cNvSpPr txBox="1"/>
          <p:nvPr/>
        </p:nvSpPr>
        <p:spPr>
          <a:xfrm>
            <a:off x="5357470" y="4981651"/>
            <a:ext cx="444398" cy="44439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ar-SY" altLang="en-US" sz="1400" b="1" dirty="0">
                <a:solidFill>
                  <a:srgbClr val="0F3D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{{place9}}</a:t>
            </a:r>
            <a:endParaRPr lang="ar-SY" sz="1400" dirty="0"/>
          </a:p>
        </p:txBody>
      </p:sp>
      <p:sp>
        <p:nvSpPr>
          <p:cNvPr id="81" name="slot9 name"/>
          <p:cNvSpPr txBox="1"/>
          <p:nvPr/>
        </p:nvSpPr>
        <p:spPr>
          <a:xfrm>
            <a:off x="2058772" y="4890211"/>
            <a:ext cx="3115818" cy="6272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Y" altLang="en-US" sz="17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{{name9}}</a:t>
            </a:r>
            <a:endParaRPr lang="ar-SY" sz="1700" dirty="0"/>
          </a:p>
        </p:txBody>
      </p:sp>
      <p:sp>
        <p:nvSpPr>
          <p:cNvPr id="82" name="slot9 score"/>
          <p:cNvSpPr txBox="1"/>
          <p:nvPr/>
        </p:nvSpPr>
        <p:spPr>
          <a:xfrm>
            <a:off x="705460" y="4890211"/>
            <a:ext cx="1216152" cy="6272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l" indent="0" marL="0">
              <a:buNone/>
            </a:pPr>
            <a:r>
              <a:rPr lang="ar-SY" altLang="en-US" sz="1400" b="1" dirty="0">
                <a:solidFill>
                  <a:srgbClr val="E6B42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{{score9}}</a:t>
            </a:r>
            <a:endParaRPr lang="ar-SY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Segoe U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Segoe U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نظام إدارة الجامع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أوائل الحلقات</dc:title>
  <dc:subject>قالب شرائح أوائل الحلقات</dc:subject>
  <dc:creator>نظام إدارة الجامع</dc:creator>
  <cp:lastModifiedBy>نظام إدارة الجامع</cp:lastModifiedBy>
  <cp:revision>1</cp:revision>
  <dcterms:created xsi:type="dcterms:W3CDTF">2026-10-12T11:47:20Z</dcterms:created>
  <dcterms:modified xsi:type="dcterms:W3CDTF">2026-10-12T11:47:20Z</dcterms:modified>
</cp:coreProperties>
</file>